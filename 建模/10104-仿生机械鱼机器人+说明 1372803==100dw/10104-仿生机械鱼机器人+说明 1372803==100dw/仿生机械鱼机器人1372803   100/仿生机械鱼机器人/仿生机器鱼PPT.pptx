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4"/>
  </p:notesMasterIdLst>
  <p:sldIdLst>
    <p:sldId id="417" r:id="rId3"/>
    <p:sldId id="483" r:id="rId5"/>
    <p:sldId id="489" r:id="rId6"/>
    <p:sldId id="518" r:id="rId7"/>
    <p:sldId id="495" r:id="rId8"/>
    <p:sldId id="491" r:id="rId9"/>
    <p:sldId id="519" r:id="rId10"/>
    <p:sldId id="498" r:id="rId11"/>
    <p:sldId id="520" r:id="rId12"/>
    <p:sldId id="522" r:id="rId13"/>
    <p:sldId id="523" r:id="rId14"/>
    <p:sldId id="524" r:id="rId15"/>
    <p:sldId id="525" r:id="rId16"/>
    <p:sldId id="526" r:id="rId17"/>
    <p:sldId id="530" r:id="rId18"/>
    <p:sldId id="499" r:id="rId19"/>
    <p:sldId id="528" r:id="rId20"/>
    <p:sldId id="529" r:id="rId21"/>
    <p:sldId id="527" r:id="rId22"/>
    <p:sldId id="500" r:id="rId23"/>
    <p:sldId id="418" r:id="rId24"/>
  </p:sldIdLst>
  <p:sldSz cx="11522075" cy="6480175"/>
  <p:notesSz cx="6858000" cy="9144000"/>
  <p:custDataLst>
    <p:tags r:id="rId29"/>
  </p:custDataLst>
  <p:defaultTextStyle>
    <a:defPPr>
      <a:defRPr lang="zh-CN"/>
    </a:defPPr>
    <a:lvl1pPr marL="0" algn="l" defTabSz="1176655" rtl="0" eaLnBrk="1" latinLnBrk="0" hangingPunct="1">
      <a:defRPr sz="2300" kern="1200">
        <a:solidFill>
          <a:schemeClr val="tx1"/>
        </a:solidFill>
        <a:latin typeface="+mn-lt"/>
        <a:ea typeface="+mn-ea"/>
        <a:cs typeface="+mn-cs"/>
      </a:defRPr>
    </a:lvl1pPr>
    <a:lvl2pPr marL="588645" algn="l" defTabSz="1176655" rtl="0" eaLnBrk="1" latinLnBrk="0" hangingPunct="1">
      <a:defRPr sz="2300" kern="1200">
        <a:solidFill>
          <a:schemeClr val="tx1"/>
        </a:solidFill>
        <a:latin typeface="+mn-lt"/>
        <a:ea typeface="+mn-ea"/>
        <a:cs typeface="+mn-cs"/>
      </a:defRPr>
    </a:lvl2pPr>
    <a:lvl3pPr marL="1176655" algn="l" defTabSz="1176655" rtl="0" eaLnBrk="1" latinLnBrk="0" hangingPunct="1">
      <a:defRPr sz="2300" kern="1200">
        <a:solidFill>
          <a:schemeClr val="tx1"/>
        </a:solidFill>
        <a:latin typeface="+mn-lt"/>
        <a:ea typeface="+mn-ea"/>
        <a:cs typeface="+mn-cs"/>
      </a:defRPr>
    </a:lvl3pPr>
    <a:lvl4pPr marL="1765300" algn="l" defTabSz="1176655" rtl="0" eaLnBrk="1" latinLnBrk="0" hangingPunct="1">
      <a:defRPr sz="2300" kern="1200">
        <a:solidFill>
          <a:schemeClr val="tx1"/>
        </a:solidFill>
        <a:latin typeface="+mn-lt"/>
        <a:ea typeface="+mn-ea"/>
        <a:cs typeface="+mn-cs"/>
      </a:defRPr>
    </a:lvl4pPr>
    <a:lvl5pPr marL="2353945" algn="l" defTabSz="1176655" rtl="0" eaLnBrk="1" latinLnBrk="0" hangingPunct="1">
      <a:defRPr sz="2300" kern="1200">
        <a:solidFill>
          <a:schemeClr val="tx1"/>
        </a:solidFill>
        <a:latin typeface="+mn-lt"/>
        <a:ea typeface="+mn-ea"/>
        <a:cs typeface="+mn-cs"/>
      </a:defRPr>
    </a:lvl5pPr>
    <a:lvl6pPr marL="2942590" algn="l" defTabSz="1176655" rtl="0" eaLnBrk="1" latinLnBrk="0" hangingPunct="1">
      <a:defRPr sz="2300" kern="1200">
        <a:solidFill>
          <a:schemeClr val="tx1"/>
        </a:solidFill>
        <a:latin typeface="+mn-lt"/>
        <a:ea typeface="+mn-ea"/>
        <a:cs typeface="+mn-cs"/>
      </a:defRPr>
    </a:lvl6pPr>
    <a:lvl7pPr marL="3530600" algn="l" defTabSz="1176655" rtl="0" eaLnBrk="1" latinLnBrk="0" hangingPunct="1">
      <a:defRPr sz="2300" kern="1200">
        <a:solidFill>
          <a:schemeClr val="tx1"/>
        </a:solidFill>
        <a:latin typeface="+mn-lt"/>
        <a:ea typeface="+mn-ea"/>
        <a:cs typeface="+mn-cs"/>
      </a:defRPr>
    </a:lvl7pPr>
    <a:lvl8pPr marL="4119245" algn="l" defTabSz="1176655" rtl="0" eaLnBrk="1" latinLnBrk="0" hangingPunct="1">
      <a:defRPr sz="2300" kern="1200">
        <a:solidFill>
          <a:schemeClr val="tx1"/>
        </a:solidFill>
        <a:latin typeface="+mn-lt"/>
        <a:ea typeface="+mn-ea"/>
        <a:cs typeface="+mn-cs"/>
      </a:defRPr>
    </a:lvl8pPr>
    <a:lvl9pPr marL="4707890" algn="l" defTabSz="1176655" rtl="0" eaLnBrk="1" latinLnBrk="0" hangingPunct="1">
      <a:defRPr sz="23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72767759-CD79-4F55-B5F3-A8EAA9EDB495}">
          <p14:sldIdLst>
            <p14:sldId id="417"/>
            <p14:sldId id="483"/>
            <p14:sldId id="489"/>
            <p14:sldId id="518"/>
            <p14:sldId id="495"/>
            <p14:sldId id="491"/>
            <p14:sldId id="519"/>
            <p14:sldId id="498"/>
            <p14:sldId id="520"/>
            <p14:sldId id="522"/>
            <p14:sldId id="523"/>
            <p14:sldId id="524"/>
            <p14:sldId id="525"/>
            <p14:sldId id="526"/>
            <p14:sldId id="530"/>
            <p14:sldId id="499"/>
            <p14:sldId id="528"/>
            <p14:sldId id="529"/>
            <p14:sldId id="527"/>
            <p14:sldId id="500"/>
            <p14:sldId id="418"/>
          </p14:sldIdLst>
        </p14:section>
      </p14:sectionLst>
    </p:ext>
    <p:ext uri="{EFAFB233-063F-42B5-8137-9DF3F51BA10A}">
      <p15:sldGuideLst xmlns:p15="http://schemas.microsoft.com/office/powerpoint/2012/main">
        <p15:guide id="1" orient="horz" pos="2093" userDrawn="1">
          <p15:clr>
            <a:srgbClr val="A4A3A4"/>
          </p15:clr>
        </p15:guide>
        <p15:guide id="2" pos="368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89A"/>
    <a:srgbClr val="00182A"/>
    <a:srgbClr val="008BD0"/>
    <a:srgbClr val="00355C"/>
    <a:srgbClr val="0099E6"/>
    <a:srgbClr val="66CCFF"/>
    <a:srgbClr val="CCECFF"/>
    <a:srgbClr val="FFFFFF"/>
    <a:srgbClr val="00A1F2"/>
    <a:srgbClr val="2DB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87" autoAdjust="0"/>
    <p:restoredTop sz="93918" autoAdjust="0"/>
  </p:normalViewPr>
  <p:slideViewPr>
    <p:cSldViewPr showGuides="1">
      <p:cViewPr varScale="1">
        <p:scale>
          <a:sx n="109" d="100"/>
          <a:sy n="109" d="100"/>
        </p:scale>
        <p:origin x="972" y="114"/>
      </p:cViewPr>
      <p:guideLst>
        <p:guide orient="horz" pos="2093"/>
        <p:guide pos="368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tags" Target="tags/tag1.xml"/><Relationship Id="rId28" Type="http://schemas.openxmlformats.org/officeDocument/2006/relationships/commentAuthors" Target="commentAuthors.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印品黑体" panose="00000500000000000000" pitchFamily="2" charset="-122"/>
                <a:ea typeface="印品黑体" panose="00000500000000000000" pitchFamily="2" charset="-122"/>
              </a:defRPr>
            </a:lvl1pPr>
          </a:lstStyle>
          <a:p>
            <a:endParaRPr lang="zh-CN" altLang="en-US" dirty="0"/>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印品黑体" panose="00000500000000000000" pitchFamily="2" charset="-122"/>
                <a:ea typeface="印品黑体" panose="00000500000000000000" pitchFamily="2" charset="-122"/>
              </a:defRPr>
            </a:lvl1pPr>
          </a:lstStyle>
          <a:p>
            <a:fld id="{14EF6A69-E6B8-4260-9FEF-A8B417233DAE}"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印品黑体" panose="00000500000000000000" pitchFamily="2" charset="-122"/>
                <a:ea typeface="印品黑体" panose="00000500000000000000" pitchFamily="2"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印品黑体" panose="00000500000000000000" pitchFamily="2" charset="-122"/>
                <a:ea typeface="印品黑体" panose="00000500000000000000" pitchFamily="2" charset="-122"/>
              </a:defRPr>
            </a:lvl1pPr>
          </a:lstStyle>
          <a:p>
            <a:fld id="{B49EC556-0E4F-4361-96C2-0C2CAFEAB7B8}"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印品黑体" panose="00000500000000000000" pitchFamily="2" charset="-122"/>
        <a:ea typeface="印品黑体" panose="00000500000000000000" pitchFamily="2" charset="-122"/>
        <a:cs typeface="+mn-cs"/>
      </a:defRPr>
    </a:lvl1pPr>
    <a:lvl2pPr marL="457200" algn="l" defTabSz="914400" rtl="0" eaLnBrk="1" latinLnBrk="0" hangingPunct="1">
      <a:defRPr sz="1200" kern="1200">
        <a:solidFill>
          <a:schemeClr val="tx1"/>
        </a:solidFill>
        <a:latin typeface="印品黑体" panose="00000500000000000000" pitchFamily="2" charset="-122"/>
        <a:ea typeface="印品黑体" panose="00000500000000000000" pitchFamily="2" charset="-122"/>
        <a:cs typeface="+mn-cs"/>
      </a:defRPr>
    </a:lvl2pPr>
    <a:lvl3pPr marL="914400" algn="l" defTabSz="914400" rtl="0" eaLnBrk="1" latinLnBrk="0" hangingPunct="1">
      <a:defRPr sz="1200" kern="1200">
        <a:solidFill>
          <a:schemeClr val="tx1"/>
        </a:solidFill>
        <a:latin typeface="印品黑体" panose="00000500000000000000" pitchFamily="2" charset="-122"/>
        <a:ea typeface="印品黑体" panose="00000500000000000000" pitchFamily="2" charset="-122"/>
        <a:cs typeface="+mn-cs"/>
      </a:defRPr>
    </a:lvl3pPr>
    <a:lvl4pPr marL="1371600" algn="l" defTabSz="914400" rtl="0" eaLnBrk="1" latinLnBrk="0" hangingPunct="1">
      <a:defRPr sz="1200" kern="1200">
        <a:solidFill>
          <a:schemeClr val="tx1"/>
        </a:solidFill>
        <a:latin typeface="印品黑体" panose="00000500000000000000" pitchFamily="2" charset="-122"/>
        <a:ea typeface="印品黑体" panose="00000500000000000000" pitchFamily="2" charset="-122"/>
        <a:cs typeface="+mn-cs"/>
      </a:defRPr>
    </a:lvl4pPr>
    <a:lvl5pPr marL="1828800" algn="l" defTabSz="914400" rtl="0" eaLnBrk="1" latinLnBrk="0" hangingPunct="1">
      <a:defRPr sz="1200" kern="1200">
        <a:solidFill>
          <a:schemeClr val="tx1"/>
        </a:solidFill>
        <a:latin typeface="印品黑体" panose="00000500000000000000" pitchFamily="2" charset="-122"/>
        <a:ea typeface="印品黑体" panose="00000500000000000000"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fld>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fld>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864161" y="2013056"/>
            <a:ext cx="9793764" cy="1389038"/>
          </a:xfrm>
          <a:prstGeom prst="rect">
            <a:avLst/>
          </a:prstGeom>
        </p:spPr>
        <p:txBody>
          <a:bodyPr/>
          <a:lstStyle>
            <a:lvl1pPr>
              <a:defRPr>
                <a:latin typeface="印品黑体" panose="00000500000000000000" pitchFamily="2" charset="-122"/>
                <a:ea typeface="印品黑体" panose="00000500000000000000" pitchFamily="2"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728318" y="3672099"/>
            <a:ext cx="8065453" cy="1656046"/>
          </a:xfrm>
          <a:prstGeom prst="rect">
            <a:avLst/>
          </a:prstGeom>
        </p:spPr>
        <p:txBody>
          <a:bodyPr/>
          <a:lstStyle>
            <a:lvl1pPr marL="0" indent="0" algn="ctr">
              <a:buNone/>
              <a:defRPr>
                <a:solidFill>
                  <a:schemeClr val="tx1">
                    <a:tint val="75000"/>
                  </a:schemeClr>
                </a:solidFill>
                <a:latin typeface="印品黑体" panose="00000500000000000000" pitchFamily="2" charset="-122"/>
                <a:ea typeface="印品黑体" panose="00000500000000000000" pitchFamily="2" charset="-122"/>
              </a:defRPr>
            </a:lvl1pPr>
            <a:lvl2pPr marL="588645" indent="0" algn="ctr">
              <a:buNone/>
              <a:defRPr>
                <a:solidFill>
                  <a:schemeClr val="tx1">
                    <a:tint val="75000"/>
                  </a:schemeClr>
                </a:solidFill>
              </a:defRPr>
            </a:lvl2pPr>
            <a:lvl3pPr marL="1176655" indent="0" algn="ctr">
              <a:buNone/>
              <a:defRPr>
                <a:solidFill>
                  <a:schemeClr val="tx1">
                    <a:tint val="75000"/>
                  </a:schemeClr>
                </a:solidFill>
              </a:defRPr>
            </a:lvl3pPr>
            <a:lvl4pPr marL="1765300" indent="0" algn="ctr">
              <a:buNone/>
              <a:defRPr>
                <a:solidFill>
                  <a:schemeClr val="tx1">
                    <a:tint val="75000"/>
                  </a:schemeClr>
                </a:solidFill>
              </a:defRPr>
            </a:lvl4pPr>
            <a:lvl5pPr marL="2353945" indent="0" algn="ctr">
              <a:buNone/>
              <a:defRPr>
                <a:solidFill>
                  <a:schemeClr val="tx1">
                    <a:tint val="75000"/>
                  </a:schemeClr>
                </a:solidFill>
              </a:defRPr>
            </a:lvl5pPr>
            <a:lvl6pPr marL="2942590" indent="0" algn="ctr">
              <a:buNone/>
              <a:defRPr>
                <a:solidFill>
                  <a:schemeClr val="tx1">
                    <a:tint val="75000"/>
                  </a:schemeClr>
                </a:solidFill>
              </a:defRPr>
            </a:lvl6pPr>
            <a:lvl7pPr marL="3530600" indent="0" algn="ctr">
              <a:buNone/>
              <a:defRPr>
                <a:solidFill>
                  <a:schemeClr val="tx1">
                    <a:tint val="75000"/>
                  </a:schemeClr>
                </a:solidFill>
              </a:defRPr>
            </a:lvl7pPr>
            <a:lvl8pPr marL="4119245" indent="0" algn="ctr">
              <a:buNone/>
              <a:defRPr>
                <a:solidFill>
                  <a:schemeClr val="tx1">
                    <a:tint val="75000"/>
                  </a:schemeClr>
                </a:solidFill>
              </a:defRPr>
            </a:lvl8pPr>
            <a:lvl9pPr marL="470789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a:xfrm>
            <a:off x="576105" y="6006168"/>
            <a:ext cx="2688484"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fld id="{FD725410-BEFA-4075-99F8-9B76E6135EB8}" type="datetimeFigureOut">
              <a:rPr lang="zh-CN" altLang="en-US" smtClean="0"/>
            </a:fld>
            <a:endParaRPr lang="zh-CN" altLang="en-US" dirty="0"/>
          </a:p>
        </p:txBody>
      </p:sp>
      <p:sp>
        <p:nvSpPr>
          <p:cNvPr id="5" name="页脚占位符 4"/>
          <p:cNvSpPr>
            <a:spLocks noGrp="1"/>
          </p:cNvSpPr>
          <p:nvPr>
            <p:ph type="ftr" sz="quarter" idx="11"/>
          </p:nvPr>
        </p:nvSpPr>
        <p:spPr>
          <a:xfrm>
            <a:off x="3936716" y="6006168"/>
            <a:ext cx="3648657"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endParaRPr lang="zh-CN" altLang="en-US" dirty="0"/>
          </a:p>
        </p:txBody>
      </p:sp>
      <p:sp>
        <p:nvSpPr>
          <p:cNvPr id="6" name="灯片编号占位符 5"/>
          <p:cNvSpPr>
            <a:spLocks noGrp="1"/>
          </p:cNvSpPr>
          <p:nvPr>
            <p:ph type="sldNum" sz="quarter" idx="12"/>
          </p:nvPr>
        </p:nvSpPr>
        <p:spPr>
          <a:xfrm>
            <a:off x="8257487" y="6006168"/>
            <a:ext cx="2688484"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fld id="{ABCBC4E8-88EF-4446-9533-1BB591964EAE}"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76110" y="259513"/>
            <a:ext cx="10369868" cy="1080029"/>
          </a:xfrm>
          <a:prstGeom prst="rect">
            <a:avLst/>
          </a:prstGeom>
        </p:spPr>
        <p:txBody>
          <a:bodyPr/>
          <a:lstStyle>
            <a:lvl1pPr>
              <a:defRPr>
                <a:latin typeface="印品黑体" panose="00000500000000000000" pitchFamily="2" charset="-122"/>
                <a:ea typeface="印品黑体" panose="00000500000000000000" pitchFamily="2"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576110" y="1512043"/>
            <a:ext cx="10369868" cy="4276616"/>
          </a:xfrm>
          <a:prstGeom prst="rect">
            <a:avLst/>
          </a:prstGeom>
        </p:spPr>
        <p:txBody>
          <a:bodyPr/>
          <a:lstStyle>
            <a:lvl1pPr>
              <a:defRPr>
                <a:latin typeface="印品黑体" panose="00000500000000000000" pitchFamily="2" charset="-122"/>
                <a:ea typeface="印品黑体" panose="00000500000000000000" pitchFamily="2" charset="-122"/>
              </a:defRPr>
            </a:lvl1pPr>
            <a:lvl2pPr>
              <a:defRPr>
                <a:latin typeface="印品黑体" panose="00000500000000000000" pitchFamily="2" charset="-122"/>
                <a:ea typeface="印品黑体" panose="00000500000000000000" pitchFamily="2" charset="-122"/>
              </a:defRPr>
            </a:lvl2pPr>
            <a:lvl3pPr>
              <a:defRPr>
                <a:latin typeface="印品黑体" panose="00000500000000000000" pitchFamily="2" charset="-122"/>
                <a:ea typeface="印品黑体" panose="00000500000000000000" pitchFamily="2" charset="-122"/>
              </a:defRPr>
            </a:lvl3pPr>
            <a:lvl4pPr>
              <a:defRPr>
                <a:latin typeface="印品黑体" panose="00000500000000000000" pitchFamily="2" charset="-122"/>
                <a:ea typeface="印品黑体" panose="00000500000000000000" pitchFamily="2" charset="-122"/>
              </a:defRPr>
            </a:lvl4pPr>
            <a:lvl5pPr>
              <a:defRPr>
                <a:latin typeface="印品黑体" panose="00000500000000000000" pitchFamily="2" charset="-122"/>
                <a:ea typeface="印品黑体" panose="00000500000000000000" pitchFamily="2"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576105" y="6006168"/>
            <a:ext cx="2688484"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fld id="{FD725410-BEFA-4075-99F8-9B76E6135EB8}" type="datetimeFigureOut">
              <a:rPr lang="zh-CN" altLang="en-US" smtClean="0"/>
            </a:fld>
            <a:endParaRPr lang="zh-CN" altLang="en-US" dirty="0"/>
          </a:p>
        </p:txBody>
      </p:sp>
      <p:sp>
        <p:nvSpPr>
          <p:cNvPr id="5" name="页脚占位符 4"/>
          <p:cNvSpPr>
            <a:spLocks noGrp="1"/>
          </p:cNvSpPr>
          <p:nvPr>
            <p:ph type="ftr" sz="quarter" idx="11"/>
          </p:nvPr>
        </p:nvSpPr>
        <p:spPr>
          <a:xfrm>
            <a:off x="3936716" y="6006168"/>
            <a:ext cx="3648657"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endParaRPr lang="zh-CN" altLang="en-US" dirty="0"/>
          </a:p>
        </p:txBody>
      </p:sp>
      <p:sp>
        <p:nvSpPr>
          <p:cNvPr id="6" name="灯片编号占位符 5"/>
          <p:cNvSpPr>
            <a:spLocks noGrp="1"/>
          </p:cNvSpPr>
          <p:nvPr>
            <p:ph type="sldNum" sz="quarter" idx="12"/>
          </p:nvPr>
        </p:nvSpPr>
        <p:spPr>
          <a:xfrm>
            <a:off x="8257487" y="6006168"/>
            <a:ext cx="2688484"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fld id="{ABCBC4E8-88EF-4446-9533-1BB591964EAE}"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10166" y="4164116"/>
            <a:ext cx="9793764" cy="1287035"/>
          </a:xfrm>
          <a:prstGeom prst="rect">
            <a:avLst/>
          </a:prstGeom>
        </p:spPr>
        <p:txBody>
          <a:bodyPr anchor="t"/>
          <a:lstStyle>
            <a:lvl1pPr algn="l">
              <a:defRPr sz="5100" b="1" cap="all">
                <a:latin typeface="印品黑体" panose="00000500000000000000" pitchFamily="2" charset="-122"/>
                <a:ea typeface="印品黑体" panose="00000500000000000000" pitchFamily="2" charset="-122"/>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910166" y="2746577"/>
            <a:ext cx="9793764" cy="1417538"/>
          </a:xfrm>
          <a:prstGeom prst="rect">
            <a:avLst/>
          </a:prstGeom>
        </p:spPr>
        <p:txBody>
          <a:bodyPr anchor="b"/>
          <a:lstStyle>
            <a:lvl1pPr marL="0" indent="0">
              <a:buNone/>
              <a:defRPr sz="2600">
                <a:solidFill>
                  <a:schemeClr val="tx1">
                    <a:tint val="75000"/>
                  </a:schemeClr>
                </a:solidFill>
                <a:latin typeface="印品黑体" panose="00000500000000000000" pitchFamily="2" charset="-122"/>
                <a:ea typeface="印品黑体" panose="00000500000000000000" pitchFamily="2" charset="-122"/>
              </a:defRPr>
            </a:lvl1pPr>
            <a:lvl2pPr marL="588645" indent="0">
              <a:buNone/>
              <a:defRPr sz="2300">
                <a:solidFill>
                  <a:schemeClr val="tx1">
                    <a:tint val="75000"/>
                  </a:schemeClr>
                </a:solidFill>
              </a:defRPr>
            </a:lvl2pPr>
            <a:lvl3pPr marL="1176655" indent="0">
              <a:buNone/>
              <a:defRPr sz="2100">
                <a:solidFill>
                  <a:schemeClr val="tx1">
                    <a:tint val="75000"/>
                  </a:schemeClr>
                </a:solidFill>
              </a:defRPr>
            </a:lvl3pPr>
            <a:lvl4pPr marL="1765300" indent="0">
              <a:buNone/>
              <a:defRPr sz="1800">
                <a:solidFill>
                  <a:schemeClr val="tx1">
                    <a:tint val="75000"/>
                  </a:schemeClr>
                </a:solidFill>
              </a:defRPr>
            </a:lvl4pPr>
            <a:lvl5pPr marL="2353945" indent="0">
              <a:buNone/>
              <a:defRPr sz="1800">
                <a:solidFill>
                  <a:schemeClr val="tx1">
                    <a:tint val="75000"/>
                  </a:schemeClr>
                </a:solidFill>
              </a:defRPr>
            </a:lvl5pPr>
            <a:lvl6pPr marL="2942590" indent="0">
              <a:buNone/>
              <a:defRPr sz="1800">
                <a:solidFill>
                  <a:schemeClr val="tx1">
                    <a:tint val="75000"/>
                  </a:schemeClr>
                </a:solidFill>
              </a:defRPr>
            </a:lvl6pPr>
            <a:lvl7pPr marL="3530600" indent="0">
              <a:buNone/>
              <a:defRPr sz="1800">
                <a:solidFill>
                  <a:schemeClr val="tx1">
                    <a:tint val="75000"/>
                  </a:schemeClr>
                </a:solidFill>
              </a:defRPr>
            </a:lvl7pPr>
            <a:lvl8pPr marL="4119245" indent="0">
              <a:buNone/>
              <a:defRPr sz="1800">
                <a:solidFill>
                  <a:schemeClr val="tx1">
                    <a:tint val="75000"/>
                  </a:schemeClr>
                </a:solidFill>
              </a:defRPr>
            </a:lvl8pPr>
            <a:lvl9pPr marL="4707890" indent="0">
              <a:buNone/>
              <a:defRPr sz="18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a:xfrm>
            <a:off x="576105" y="6006168"/>
            <a:ext cx="2688484"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fld id="{FD725410-BEFA-4075-99F8-9B76E6135EB8}" type="datetimeFigureOut">
              <a:rPr lang="zh-CN" altLang="en-US" smtClean="0"/>
            </a:fld>
            <a:endParaRPr lang="zh-CN" altLang="en-US" dirty="0"/>
          </a:p>
        </p:txBody>
      </p:sp>
      <p:sp>
        <p:nvSpPr>
          <p:cNvPr id="5" name="页脚占位符 4"/>
          <p:cNvSpPr>
            <a:spLocks noGrp="1"/>
          </p:cNvSpPr>
          <p:nvPr>
            <p:ph type="ftr" sz="quarter" idx="11"/>
          </p:nvPr>
        </p:nvSpPr>
        <p:spPr>
          <a:xfrm>
            <a:off x="3936716" y="6006168"/>
            <a:ext cx="3648657"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endParaRPr lang="zh-CN" altLang="en-US" dirty="0"/>
          </a:p>
        </p:txBody>
      </p:sp>
      <p:sp>
        <p:nvSpPr>
          <p:cNvPr id="6" name="灯片编号占位符 5"/>
          <p:cNvSpPr>
            <a:spLocks noGrp="1"/>
          </p:cNvSpPr>
          <p:nvPr>
            <p:ph type="sldNum" sz="quarter" idx="12"/>
          </p:nvPr>
        </p:nvSpPr>
        <p:spPr>
          <a:xfrm>
            <a:off x="8257487" y="6006168"/>
            <a:ext cx="2688484"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fld id="{ABCBC4E8-88EF-4446-9533-1BB591964EAE}"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576110" y="259513"/>
            <a:ext cx="10369868" cy="1080029"/>
          </a:xfrm>
          <a:prstGeom prst="rect">
            <a:avLst/>
          </a:prstGeom>
        </p:spPr>
        <p:txBody>
          <a:bodyPr/>
          <a:lstStyle>
            <a:lvl1pPr>
              <a:defRPr>
                <a:latin typeface="印品黑体" panose="00000500000000000000" pitchFamily="2" charset="-122"/>
                <a:ea typeface="印品黑体" panose="00000500000000000000" pitchFamily="2" charset="-122"/>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576108" y="1191039"/>
            <a:ext cx="5088916" cy="3367591"/>
          </a:xfrm>
          <a:prstGeom prst="rect">
            <a:avLst/>
          </a:prstGeom>
        </p:spPr>
        <p:txBody>
          <a:bodyPr/>
          <a:lstStyle>
            <a:lvl1pPr>
              <a:defRPr sz="3600">
                <a:latin typeface="印品黑体" panose="00000500000000000000" pitchFamily="2" charset="-122"/>
                <a:ea typeface="印品黑体" panose="00000500000000000000" pitchFamily="2" charset="-122"/>
              </a:defRPr>
            </a:lvl1pPr>
            <a:lvl2pPr>
              <a:defRPr sz="3100">
                <a:latin typeface="印品黑体" panose="00000500000000000000" pitchFamily="2" charset="-122"/>
                <a:ea typeface="印品黑体" panose="00000500000000000000" pitchFamily="2" charset="-122"/>
              </a:defRPr>
            </a:lvl2pPr>
            <a:lvl3pPr>
              <a:defRPr sz="2600">
                <a:latin typeface="印品黑体" panose="00000500000000000000" pitchFamily="2" charset="-122"/>
                <a:ea typeface="印品黑体" panose="00000500000000000000" pitchFamily="2" charset="-122"/>
              </a:defRPr>
            </a:lvl3pPr>
            <a:lvl4pPr>
              <a:defRPr sz="2300">
                <a:latin typeface="印品黑体" panose="00000500000000000000" pitchFamily="2" charset="-122"/>
                <a:ea typeface="印品黑体" panose="00000500000000000000" pitchFamily="2" charset="-122"/>
              </a:defRPr>
            </a:lvl4pPr>
            <a:lvl5pPr>
              <a:defRPr sz="2300">
                <a:latin typeface="印品黑体" panose="00000500000000000000" pitchFamily="2" charset="-122"/>
                <a:ea typeface="印品黑体" panose="00000500000000000000" pitchFamily="2" charset="-122"/>
              </a:defRPr>
            </a:lvl5pPr>
            <a:lvl6pPr>
              <a:defRPr sz="2300"/>
            </a:lvl6pPr>
            <a:lvl7pPr>
              <a:defRPr sz="2300"/>
            </a:lvl7pPr>
            <a:lvl8pPr>
              <a:defRPr sz="2300"/>
            </a:lvl8pPr>
            <a:lvl9pPr>
              <a:defRPr sz="23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857060" y="1191039"/>
            <a:ext cx="5088916" cy="3367591"/>
          </a:xfrm>
          <a:prstGeom prst="rect">
            <a:avLst/>
          </a:prstGeom>
        </p:spPr>
        <p:txBody>
          <a:bodyPr/>
          <a:lstStyle>
            <a:lvl1pPr>
              <a:defRPr sz="3600">
                <a:latin typeface="印品黑体" panose="00000500000000000000" pitchFamily="2" charset="-122"/>
                <a:ea typeface="印品黑体" panose="00000500000000000000" pitchFamily="2" charset="-122"/>
              </a:defRPr>
            </a:lvl1pPr>
            <a:lvl2pPr>
              <a:defRPr sz="3100">
                <a:latin typeface="印品黑体" panose="00000500000000000000" pitchFamily="2" charset="-122"/>
                <a:ea typeface="印品黑体" panose="00000500000000000000" pitchFamily="2" charset="-122"/>
              </a:defRPr>
            </a:lvl2pPr>
            <a:lvl3pPr>
              <a:defRPr sz="2600">
                <a:latin typeface="印品黑体" panose="00000500000000000000" pitchFamily="2" charset="-122"/>
                <a:ea typeface="印品黑体" panose="00000500000000000000" pitchFamily="2" charset="-122"/>
              </a:defRPr>
            </a:lvl3pPr>
            <a:lvl4pPr>
              <a:defRPr sz="2300">
                <a:latin typeface="印品黑体" panose="00000500000000000000" pitchFamily="2" charset="-122"/>
                <a:ea typeface="印品黑体" panose="00000500000000000000" pitchFamily="2" charset="-122"/>
              </a:defRPr>
            </a:lvl4pPr>
            <a:lvl5pPr>
              <a:defRPr sz="2300">
                <a:latin typeface="印品黑体" panose="00000500000000000000" pitchFamily="2" charset="-122"/>
                <a:ea typeface="印品黑体" panose="00000500000000000000" pitchFamily="2" charset="-122"/>
              </a:defRPr>
            </a:lvl5pPr>
            <a:lvl6pPr>
              <a:defRPr sz="2300"/>
            </a:lvl6pPr>
            <a:lvl7pPr>
              <a:defRPr sz="2300"/>
            </a:lvl7pPr>
            <a:lvl8pPr>
              <a:defRPr sz="2300"/>
            </a:lvl8pPr>
            <a:lvl9pPr>
              <a:defRPr sz="23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a:xfrm>
            <a:off x="576105" y="6006168"/>
            <a:ext cx="2688484"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fld id="{FD725410-BEFA-4075-99F8-9B76E6135EB8}" type="datetimeFigureOut">
              <a:rPr lang="zh-CN" altLang="en-US" smtClean="0"/>
            </a:fld>
            <a:endParaRPr lang="zh-CN" altLang="en-US" dirty="0"/>
          </a:p>
        </p:txBody>
      </p:sp>
      <p:sp>
        <p:nvSpPr>
          <p:cNvPr id="6" name="页脚占位符 5"/>
          <p:cNvSpPr>
            <a:spLocks noGrp="1"/>
          </p:cNvSpPr>
          <p:nvPr>
            <p:ph type="ftr" sz="quarter" idx="11"/>
          </p:nvPr>
        </p:nvSpPr>
        <p:spPr>
          <a:xfrm>
            <a:off x="3936716" y="6006168"/>
            <a:ext cx="3648657"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endParaRPr lang="zh-CN" altLang="en-US" dirty="0"/>
          </a:p>
        </p:txBody>
      </p:sp>
      <p:sp>
        <p:nvSpPr>
          <p:cNvPr id="7" name="灯片编号占位符 6"/>
          <p:cNvSpPr>
            <a:spLocks noGrp="1"/>
          </p:cNvSpPr>
          <p:nvPr>
            <p:ph type="sldNum" sz="quarter" idx="12"/>
          </p:nvPr>
        </p:nvSpPr>
        <p:spPr>
          <a:xfrm>
            <a:off x="8257487" y="6006168"/>
            <a:ext cx="2688484"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fld id="{ABCBC4E8-88EF-4446-9533-1BB591964EAE}"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110" y="259513"/>
            <a:ext cx="10369868" cy="1080029"/>
          </a:xfrm>
          <a:prstGeom prst="rect">
            <a:avLst/>
          </a:prstGeom>
        </p:spPr>
        <p:txBody>
          <a:bodyPr/>
          <a:lstStyle>
            <a:lvl1pPr>
              <a:defRPr>
                <a:latin typeface="印品黑体" panose="00000500000000000000" pitchFamily="2" charset="-122"/>
                <a:ea typeface="印品黑体" panose="00000500000000000000" pitchFamily="2" charset="-122"/>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576108" y="1450543"/>
            <a:ext cx="5090918" cy="604517"/>
          </a:xfrm>
          <a:prstGeom prst="rect">
            <a:avLst/>
          </a:prstGeom>
        </p:spPr>
        <p:txBody>
          <a:bodyPr anchor="b"/>
          <a:lstStyle>
            <a:lvl1pPr marL="0" indent="0">
              <a:buNone/>
              <a:defRPr sz="3100" b="1">
                <a:latin typeface="印品黑体" panose="00000500000000000000" pitchFamily="2" charset="-122"/>
                <a:ea typeface="印品黑体" panose="00000500000000000000" pitchFamily="2" charset="-122"/>
              </a:defRPr>
            </a:lvl1pPr>
            <a:lvl2pPr marL="588645" indent="0">
              <a:buNone/>
              <a:defRPr sz="2600" b="1"/>
            </a:lvl2pPr>
            <a:lvl3pPr marL="1176655" indent="0">
              <a:buNone/>
              <a:defRPr sz="2300" b="1"/>
            </a:lvl3pPr>
            <a:lvl4pPr marL="1765300" indent="0">
              <a:buNone/>
              <a:defRPr sz="2100" b="1"/>
            </a:lvl4pPr>
            <a:lvl5pPr marL="2353945" indent="0">
              <a:buNone/>
              <a:defRPr sz="2100" b="1"/>
            </a:lvl5pPr>
            <a:lvl6pPr marL="2942590" indent="0">
              <a:buNone/>
              <a:defRPr sz="2100" b="1"/>
            </a:lvl6pPr>
            <a:lvl7pPr marL="3530600" indent="0">
              <a:buNone/>
              <a:defRPr sz="2100" b="1"/>
            </a:lvl7pPr>
            <a:lvl8pPr marL="4119245" indent="0">
              <a:buNone/>
              <a:defRPr sz="2100" b="1"/>
            </a:lvl8pPr>
            <a:lvl9pPr marL="4707890" indent="0">
              <a:buNone/>
              <a:defRPr sz="21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576108" y="2055059"/>
            <a:ext cx="5090918" cy="3733601"/>
          </a:xfrm>
          <a:prstGeom prst="rect">
            <a:avLst/>
          </a:prstGeom>
        </p:spPr>
        <p:txBody>
          <a:bodyPr/>
          <a:lstStyle>
            <a:lvl1pPr>
              <a:defRPr sz="3100">
                <a:latin typeface="印品黑体" panose="00000500000000000000" pitchFamily="2" charset="-122"/>
                <a:ea typeface="印品黑体" panose="00000500000000000000" pitchFamily="2" charset="-122"/>
              </a:defRPr>
            </a:lvl1pPr>
            <a:lvl2pPr>
              <a:defRPr sz="2600">
                <a:latin typeface="印品黑体" panose="00000500000000000000" pitchFamily="2" charset="-122"/>
                <a:ea typeface="印品黑体" panose="00000500000000000000" pitchFamily="2" charset="-122"/>
              </a:defRPr>
            </a:lvl2pPr>
            <a:lvl3pPr>
              <a:defRPr sz="2300">
                <a:latin typeface="印品黑体" panose="00000500000000000000" pitchFamily="2" charset="-122"/>
                <a:ea typeface="印品黑体" panose="00000500000000000000" pitchFamily="2" charset="-122"/>
              </a:defRPr>
            </a:lvl3pPr>
            <a:lvl4pPr>
              <a:defRPr sz="2100">
                <a:latin typeface="印品黑体" panose="00000500000000000000" pitchFamily="2" charset="-122"/>
                <a:ea typeface="印品黑体" panose="00000500000000000000" pitchFamily="2" charset="-122"/>
              </a:defRPr>
            </a:lvl4pPr>
            <a:lvl5pPr>
              <a:defRPr sz="2100">
                <a:latin typeface="印品黑体" panose="00000500000000000000" pitchFamily="2" charset="-122"/>
                <a:ea typeface="印品黑体" panose="00000500000000000000" pitchFamily="2" charset="-122"/>
              </a:defRPr>
            </a:lvl5pPr>
            <a:lvl6pPr>
              <a:defRPr sz="2100"/>
            </a:lvl6pPr>
            <a:lvl7pPr>
              <a:defRPr sz="2100"/>
            </a:lvl7pPr>
            <a:lvl8pPr>
              <a:defRPr sz="2100"/>
            </a:lvl8pPr>
            <a:lvl9pPr>
              <a:defRPr sz="21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5853063" y="1450543"/>
            <a:ext cx="5092917" cy="604517"/>
          </a:xfrm>
          <a:prstGeom prst="rect">
            <a:avLst/>
          </a:prstGeom>
        </p:spPr>
        <p:txBody>
          <a:bodyPr anchor="b"/>
          <a:lstStyle>
            <a:lvl1pPr marL="0" indent="0">
              <a:buNone/>
              <a:defRPr sz="3100" b="1">
                <a:latin typeface="印品黑体" panose="00000500000000000000" pitchFamily="2" charset="-122"/>
                <a:ea typeface="印品黑体" panose="00000500000000000000" pitchFamily="2" charset="-122"/>
              </a:defRPr>
            </a:lvl1pPr>
            <a:lvl2pPr marL="588645" indent="0">
              <a:buNone/>
              <a:defRPr sz="2600" b="1"/>
            </a:lvl2pPr>
            <a:lvl3pPr marL="1176655" indent="0">
              <a:buNone/>
              <a:defRPr sz="2300" b="1"/>
            </a:lvl3pPr>
            <a:lvl4pPr marL="1765300" indent="0">
              <a:buNone/>
              <a:defRPr sz="2100" b="1"/>
            </a:lvl4pPr>
            <a:lvl5pPr marL="2353945" indent="0">
              <a:buNone/>
              <a:defRPr sz="2100" b="1"/>
            </a:lvl5pPr>
            <a:lvl6pPr marL="2942590" indent="0">
              <a:buNone/>
              <a:defRPr sz="2100" b="1"/>
            </a:lvl6pPr>
            <a:lvl7pPr marL="3530600" indent="0">
              <a:buNone/>
              <a:defRPr sz="2100" b="1"/>
            </a:lvl7pPr>
            <a:lvl8pPr marL="4119245" indent="0">
              <a:buNone/>
              <a:defRPr sz="2100" b="1"/>
            </a:lvl8pPr>
            <a:lvl9pPr marL="4707890" indent="0">
              <a:buNone/>
              <a:defRPr sz="21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5853063" y="2055059"/>
            <a:ext cx="5092917" cy="3733601"/>
          </a:xfrm>
          <a:prstGeom prst="rect">
            <a:avLst/>
          </a:prstGeom>
        </p:spPr>
        <p:txBody>
          <a:bodyPr/>
          <a:lstStyle>
            <a:lvl1pPr>
              <a:defRPr sz="3100">
                <a:latin typeface="印品黑体" panose="00000500000000000000" pitchFamily="2" charset="-122"/>
                <a:ea typeface="印品黑体" panose="00000500000000000000" pitchFamily="2" charset="-122"/>
              </a:defRPr>
            </a:lvl1pPr>
            <a:lvl2pPr>
              <a:defRPr sz="2600">
                <a:latin typeface="印品黑体" panose="00000500000000000000" pitchFamily="2" charset="-122"/>
                <a:ea typeface="印品黑体" panose="00000500000000000000" pitchFamily="2" charset="-122"/>
              </a:defRPr>
            </a:lvl2pPr>
            <a:lvl3pPr>
              <a:defRPr sz="2300">
                <a:latin typeface="印品黑体" panose="00000500000000000000" pitchFamily="2" charset="-122"/>
                <a:ea typeface="印品黑体" panose="00000500000000000000" pitchFamily="2" charset="-122"/>
              </a:defRPr>
            </a:lvl3pPr>
            <a:lvl4pPr>
              <a:defRPr sz="2100">
                <a:latin typeface="印品黑体" panose="00000500000000000000" pitchFamily="2" charset="-122"/>
                <a:ea typeface="印品黑体" panose="00000500000000000000" pitchFamily="2" charset="-122"/>
              </a:defRPr>
            </a:lvl4pPr>
            <a:lvl5pPr>
              <a:defRPr sz="2100">
                <a:latin typeface="印品黑体" panose="00000500000000000000" pitchFamily="2" charset="-122"/>
                <a:ea typeface="印品黑体" panose="00000500000000000000" pitchFamily="2" charset="-122"/>
              </a:defRPr>
            </a:lvl5pPr>
            <a:lvl6pPr>
              <a:defRPr sz="2100"/>
            </a:lvl6pPr>
            <a:lvl7pPr>
              <a:defRPr sz="2100"/>
            </a:lvl7pPr>
            <a:lvl8pPr>
              <a:defRPr sz="2100"/>
            </a:lvl8pPr>
            <a:lvl9pPr>
              <a:defRPr sz="21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a:xfrm>
            <a:off x="576105" y="6006168"/>
            <a:ext cx="2688484"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fld id="{FD725410-BEFA-4075-99F8-9B76E6135EB8}" type="datetimeFigureOut">
              <a:rPr lang="zh-CN" altLang="en-US" smtClean="0"/>
            </a:fld>
            <a:endParaRPr lang="zh-CN" altLang="en-US" dirty="0"/>
          </a:p>
        </p:txBody>
      </p:sp>
      <p:sp>
        <p:nvSpPr>
          <p:cNvPr id="8" name="页脚占位符 7"/>
          <p:cNvSpPr>
            <a:spLocks noGrp="1"/>
          </p:cNvSpPr>
          <p:nvPr>
            <p:ph type="ftr" sz="quarter" idx="11"/>
          </p:nvPr>
        </p:nvSpPr>
        <p:spPr>
          <a:xfrm>
            <a:off x="3936716" y="6006168"/>
            <a:ext cx="3648657"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endParaRPr lang="zh-CN" altLang="en-US" dirty="0"/>
          </a:p>
        </p:txBody>
      </p:sp>
      <p:sp>
        <p:nvSpPr>
          <p:cNvPr id="9" name="灯片编号占位符 8"/>
          <p:cNvSpPr>
            <a:spLocks noGrp="1"/>
          </p:cNvSpPr>
          <p:nvPr>
            <p:ph type="sldNum" sz="quarter" idx="12"/>
          </p:nvPr>
        </p:nvSpPr>
        <p:spPr>
          <a:xfrm>
            <a:off x="8257487" y="6006168"/>
            <a:ext cx="2688484"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fld id="{ABCBC4E8-88EF-4446-9533-1BB591964EAE}"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76110" y="259513"/>
            <a:ext cx="10369868" cy="1080029"/>
          </a:xfrm>
          <a:prstGeom prst="rect">
            <a:avLst/>
          </a:prstGeom>
        </p:spPr>
        <p:txBody>
          <a:bodyPr/>
          <a:lstStyle>
            <a:lvl1pPr>
              <a:defRPr>
                <a:latin typeface="印品黑体" panose="00000500000000000000" pitchFamily="2" charset="-122"/>
                <a:ea typeface="印品黑体" panose="00000500000000000000" pitchFamily="2"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a:xfrm>
            <a:off x="576105" y="6006168"/>
            <a:ext cx="2688484"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fld id="{FD725410-BEFA-4075-99F8-9B76E6135EB8}" type="datetimeFigureOut">
              <a:rPr lang="zh-CN" altLang="en-US" smtClean="0"/>
            </a:fld>
            <a:endParaRPr lang="zh-CN" altLang="en-US" dirty="0"/>
          </a:p>
        </p:txBody>
      </p:sp>
      <p:sp>
        <p:nvSpPr>
          <p:cNvPr id="4" name="页脚占位符 3"/>
          <p:cNvSpPr>
            <a:spLocks noGrp="1"/>
          </p:cNvSpPr>
          <p:nvPr>
            <p:ph type="ftr" sz="quarter" idx="11"/>
          </p:nvPr>
        </p:nvSpPr>
        <p:spPr>
          <a:xfrm>
            <a:off x="3936716" y="6006168"/>
            <a:ext cx="3648657"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endParaRPr lang="zh-CN" altLang="en-US" dirty="0"/>
          </a:p>
        </p:txBody>
      </p:sp>
      <p:sp>
        <p:nvSpPr>
          <p:cNvPr id="5" name="灯片编号占位符 4"/>
          <p:cNvSpPr>
            <a:spLocks noGrp="1"/>
          </p:cNvSpPr>
          <p:nvPr>
            <p:ph type="sldNum" sz="quarter" idx="12"/>
          </p:nvPr>
        </p:nvSpPr>
        <p:spPr>
          <a:xfrm>
            <a:off x="8257487" y="6006168"/>
            <a:ext cx="2688484"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fld id="{ABCBC4E8-88EF-4446-9533-1BB591964EAE}"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576105" y="6006168"/>
            <a:ext cx="2688484"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fld id="{FD725410-BEFA-4075-99F8-9B76E6135EB8}" type="datetimeFigureOut">
              <a:rPr lang="zh-CN" altLang="en-US" smtClean="0"/>
            </a:fld>
            <a:endParaRPr lang="zh-CN" altLang="en-US" dirty="0"/>
          </a:p>
        </p:txBody>
      </p:sp>
      <p:sp>
        <p:nvSpPr>
          <p:cNvPr id="3" name="页脚占位符 2"/>
          <p:cNvSpPr>
            <a:spLocks noGrp="1"/>
          </p:cNvSpPr>
          <p:nvPr>
            <p:ph type="ftr" sz="quarter" idx="11"/>
          </p:nvPr>
        </p:nvSpPr>
        <p:spPr>
          <a:xfrm>
            <a:off x="3936716" y="6006168"/>
            <a:ext cx="3648657"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endParaRPr lang="zh-CN" altLang="en-US" dirty="0"/>
          </a:p>
        </p:txBody>
      </p:sp>
      <p:sp>
        <p:nvSpPr>
          <p:cNvPr id="4" name="灯片编号占位符 3"/>
          <p:cNvSpPr>
            <a:spLocks noGrp="1"/>
          </p:cNvSpPr>
          <p:nvPr>
            <p:ph type="sldNum" sz="quarter" idx="12"/>
          </p:nvPr>
        </p:nvSpPr>
        <p:spPr>
          <a:xfrm>
            <a:off x="8257487" y="6006168"/>
            <a:ext cx="2688484"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fld id="{ABCBC4E8-88EF-4446-9533-1BB591964EAE}"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105" y="258007"/>
            <a:ext cx="3790683" cy="1098030"/>
          </a:xfrm>
          <a:prstGeom prst="rect">
            <a:avLst/>
          </a:prstGeom>
        </p:spPr>
        <p:txBody>
          <a:bodyPr anchor="b"/>
          <a:lstStyle>
            <a:lvl1pPr algn="l">
              <a:defRPr sz="2600" b="1">
                <a:latin typeface="印品黑体" panose="00000500000000000000" pitchFamily="2" charset="-122"/>
                <a:ea typeface="印品黑体" panose="00000500000000000000" pitchFamily="2"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4504814" y="258011"/>
            <a:ext cx="6441161" cy="5530650"/>
          </a:xfrm>
          <a:prstGeom prst="rect">
            <a:avLst/>
          </a:prstGeom>
        </p:spPr>
        <p:txBody>
          <a:bodyPr/>
          <a:lstStyle>
            <a:lvl1pPr>
              <a:defRPr sz="4100">
                <a:latin typeface="印品黑体" panose="00000500000000000000" pitchFamily="2" charset="-122"/>
                <a:ea typeface="印品黑体" panose="00000500000000000000" pitchFamily="2" charset="-122"/>
              </a:defRPr>
            </a:lvl1pPr>
            <a:lvl2pPr>
              <a:defRPr sz="3600">
                <a:latin typeface="印品黑体" panose="00000500000000000000" pitchFamily="2" charset="-122"/>
                <a:ea typeface="印品黑体" panose="00000500000000000000" pitchFamily="2" charset="-122"/>
              </a:defRPr>
            </a:lvl2pPr>
            <a:lvl3pPr>
              <a:defRPr sz="3100">
                <a:latin typeface="印品黑体" panose="00000500000000000000" pitchFamily="2" charset="-122"/>
                <a:ea typeface="印品黑体" panose="00000500000000000000" pitchFamily="2" charset="-122"/>
              </a:defRPr>
            </a:lvl3pPr>
            <a:lvl4pPr>
              <a:defRPr sz="2600">
                <a:latin typeface="印品黑体" panose="00000500000000000000" pitchFamily="2" charset="-122"/>
                <a:ea typeface="印品黑体" panose="00000500000000000000" pitchFamily="2" charset="-122"/>
              </a:defRPr>
            </a:lvl4pPr>
            <a:lvl5pPr>
              <a:defRPr sz="2600">
                <a:latin typeface="印品黑体" panose="00000500000000000000" pitchFamily="2" charset="-122"/>
                <a:ea typeface="印品黑体" panose="00000500000000000000" pitchFamily="2" charset="-122"/>
              </a:defRPr>
            </a:lvl5pPr>
            <a:lvl6pPr>
              <a:defRPr sz="2600"/>
            </a:lvl6pPr>
            <a:lvl7pPr>
              <a:defRPr sz="2600"/>
            </a:lvl7pPr>
            <a:lvl8pPr>
              <a:defRPr sz="2600"/>
            </a:lvl8pPr>
            <a:lvl9pPr>
              <a:defRPr sz="26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文本占位符 3"/>
          <p:cNvSpPr>
            <a:spLocks noGrp="1"/>
          </p:cNvSpPr>
          <p:nvPr>
            <p:ph type="body" sz="half" idx="2"/>
          </p:nvPr>
        </p:nvSpPr>
        <p:spPr>
          <a:xfrm>
            <a:off x="576105" y="1356037"/>
            <a:ext cx="3790683" cy="4432620"/>
          </a:xfrm>
          <a:prstGeom prst="rect">
            <a:avLst/>
          </a:prstGeom>
        </p:spPr>
        <p:txBody>
          <a:bodyPr/>
          <a:lstStyle>
            <a:lvl1pPr marL="0" indent="0">
              <a:buNone/>
              <a:defRPr sz="1800">
                <a:latin typeface="印品黑体" panose="00000500000000000000" pitchFamily="2" charset="-122"/>
                <a:ea typeface="印品黑体" panose="00000500000000000000" pitchFamily="2" charset="-122"/>
              </a:defRPr>
            </a:lvl1pPr>
            <a:lvl2pPr marL="588645" indent="0">
              <a:buNone/>
              <a:defRPr sz="1500"/>
            </a:lvl2pPr>
            <a:lvl3pPr marL="1176655" indent="0">
              <a:buNone/>
              <a:defRPr sz="1300"/>
            </a:lvl3pPr>
            <a:lvl4pPr marL="1765300" indent="0">
              <a:buNone/>
              <a:defRPr sz="1200"/>
            </a:lvl4pPr>
            <a:lvl5pPr marL="2353945" indent="0">
              <a:buNone/>
              <a:defRPr sz="1200"/>
            </a:lvl5pPr>
            <a:lvl6pPr marL="2942590" indent="0">
              <a:buNone/>
              <a:defRPr sz="1200"/>
            </a:lvl6pPr>
            <a:lvl7pPr marL="3530600" indent="0">
              <a:buNone/>
              <a:defRPr sz="1200"/>
            </a:lvl7pPr>
            <a:lvl8pPr marL="4119245" indent="0">
              <a:buNone/>
              <a:defRPr sz="1200"/>
            </a:lvl8pPr>
            <a:lvl9pPr marL="4707890" indent="0">
              <a:buNone/>
              <a:defRPr sz="12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a:xfrm>
            <a:off x="576105" y="6006168"/>
            <a:ext cx="2688484"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fld id="{FD725410-BEFA-4075-99F8-9B76E6135EB8}" type="datetimeFigureOut">
              <a:rPr lang="zh-CN" altLang="en-US" smtClean="0"/>
            </a:fld>
            <a:endParaRPr lang="zh-CN" altLang="en-US" dirty="0"/>
          </a:p>
        </p:txBody>
      </p:sp>
      <p:sp>
        <p:nvSpPr>
          <p:cNvPr id="6" name="页脚占位符 5"/>
          <p:cNvSpPr>
            <a:spLocks noGrp="1"/>
          </p:cNvSpPr>
          <p:nvPr>
            <p:ph type="ftr" sz="quarter" idx="11"/>
          </p:nvPr>
        </p:nvSpPr>
        <p:spPr>
          <a:xfrm>
            <a:off x="3936716" y="6006168"/>
            <a:ext cx="3648657"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endParaRPr lang="zh-CN" altLang="en-US" dirty="0"/>
          </a:p>
        </p:txBody>
      </p:sp>
      <p:sp>
        <p:nvSpPr>
          <p:cNvPr id="7" name="灯片编号占位符 6"/>
          <p:cNvSpPr>
            <a:spLocks noGrp="1"/>
          </p:cNvSpPr>
          <p:nvPr>
            <p:ph type="sldNum" sz="quarter" idx="12"/>
          </p:nvPr>
        </p:nvSpPr>
        <p:spPr>
          <a:xfrm>
            <a:off x="8257487" y="6006168"/>
            <a:ext cx="2688484"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fld id="{ABCBC4E8-88EF-4446-9533-1BB591964EAE}"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8408" y="4536128"/>
            <a:ext cx="6913245" cy="535515"/>
          </a:xfrm>
          <a:prstGeom prst="rect">
            <a:avLst/>
          </a:prstGeom>
        </p:spPr>
        <p:txBody>
          <a:bodyPr anchor="b"/>
          <a:lstStyle>
            <a:lvl1pPr algn="l">
              <a:defRPr sz="2600" b="1">
                <a:latin typeface="印品黑体" panose="00000500000000000000" pitchFamily="2" charset="-122"/>
                <a:ea typeface="印品黑体" panose="00000500000000000000" pitchFamily="2" charset="-122"/>
              </a:defRPr>
            </a:lvl1pPr>
          </a:lstStyle>
          <a:p>
            <a:r>
              <a:rPr lang="zh-CN" altLang="en-US" dirty="0"/>
              <a:t>单击此处编辑母版标题样式</a:t>
            </a:r>
            <a:endParaRPr lang="zh-CN" altLang="en-US" dirty="0"/>
          </a:p>
        </p:txBody>
      </p:sp>
      <p:sp>
        <p:nvSpPr>
          <p:cNvPr id="3" name="图片占位符 2"/>
          <p:cNvSpPr>
            <a:spLocks noGrp="1"/>
          </p:cNvSpPr>
          <p:nvPr>
            <p:ph type="pic" idx="1"/>
          </p:nvPr>
        </p:nvSpPr>
        <p:spPr>
          <a:xfrm>
            <a:off x="2258408" y="579020"/>
            <a:ext cx="6913245" cy="3888105"/>
          </a:xfrm>
          <a:prstGeom prst="rect">
            <a:avLst/>
          </a:prstGeom>
        </p:spPr>
        <p:txBody>
          <a:bodyPr/>
          <a:lstStyle>
            <a:lvl1pPr marL="0" indent="0">
              <a:buNone/>
              <a:defRPr sz="4100">
                <a:latin typeface="印品黑体" panose="00000500000000000000" pitchFamily="2" charset="-122"/>
                <a:ea typeface="印品黑体" panose="00000500000000000000" pitchFamily="2" charset="-122"/>
              </a:defRPr>
            </a:lvl1pPr>
            <a:lvl2pPr marL="588645" indent="0">
              <a:buNone/>
              <a:defRPr sz="3600"/>
            </a:lvl2pPr>
            <a:lvl3pPr marL="1176655" indent="0">
              <a:buNone/>
              <a:defRPr sz="3100"/>
            </a:lvl3pPr>
            <a:lvl4pPr marL="1765300" indent="0">
              <a:buNone/>
              <a:defRPr sz="2600"/>
            </a:lvl4pPr>
            <a:lvl5pPr marL="2353945" indent="0">
              <a:buNone/>
              <a:defRPr sz="2600"/>
            </a:lvl5pPr>
            <a:lvl6pPr marL="2942590" indent="0">
              <a:buNone/>
              <a:defRPr sz="2600"/>
            </a:lvl6pPr>
            <a:lvl7pPr marL="3530600" indent="0">
              <a:buNone/>
              <a:defRPr sz="2600"/>
            </a:lvl7pPr>
            <a:lvl8pPr marL="4119245" indent="0">
              <a:buNone/>
              <a:defRPr sz="2600"/>
            </a:lvl8pPr>
            <a:lvl9pPr marL="4707890" indent="0">
              <a:buNone/>
              <a:defRPr sz="2600"/>
            </a:lvl9pPr>
          </a:lstStyle>
          <a:p>
            <a:endParaRPr lang="zh-CN" altLang="en-US" dirty="0"/>
          </a:p>
        </p:txBody>
      </p:sp>
      <p:sp>
        <p:nvSpPr>
          <p:cNvPr id="4" name="文本占位符 3"/>
          <p:cNvSpPr>
            <a:spLocks noGrp="1"/>
          </p:cNvSpPr>
          <p:nvPr>
            <p:ph type="body" sz="half" idx="2"/>
          </p:nvPr>
        </p:nvSpPr>
        <p:spPr>
          <a:xfrm>
            <a:off x="2258408" y="5071640"/>
            <a:ext cx="6913245" cy="760520"/>
          </a:xfrm>
          <a:prstGeom prst="rect">
            <a:avLst/>
          </a:prstGeom>
        </p:spPr>
        <p:txBody>
          <a:bodyPr/>
          <a:lstStyle>
            <a:lvl1pPr marL="0" indent="0">
              <a:buNone/>
              <a:defRPr sz="1800">
                <a:latin typeface="印品黑体" panose="00000500000000000000" pitchFamily="2" charset="-122"/>
                <a:ea typeface="印品黑体" panose="00000500000000000000" pitchFamily="2" charset="-122"/>
              </a:defRPr>
            </a:lvl1pPr>
            <a:lvl2pPr marL="588645" indent="0">
              <a:buNone/>
              <a:defRPr sz="1500"/>
            </a:lvl2pPr>
            <a:lvl3pPr marL="1176655" indent="0">
              <a:buNone/>
              <a:defRPr sz="1300"/>
            </a:lvl3pPr>
            <a:lvl4pPr marL="1765300" indent="0">
              <a:buNone/>
              <a:defRPr sz="1200"/>
            </a:lvl4pPr>
            <a:lvl5pPr marL="2353945" indent="0">
              <a:buNone/>
              <a:defRPr sz="1200"/>
            </a:lvl5pPr>
            <a:lvl6pPr marL="2942590" indent="0">
              <a:buNone/>
              <a:defRPr sz="1200"/>
            </a:lvl6pPr>
            <a:lvl7pPr marL="3530600" indent="0">
              <a:buNone/>
              <a:defRPr sz="1200"/>
            </a:lvl7pPr>
            <a:lvl8pPr marL="4119245" indent="0">
              <a:buNone/>
              <a:defRPr sz="1200"/>
            </a:lvl8pPr>
            <a:lvl9pPr marL="4707890" indent="0">
              <a:buNone/>
              <a:defRPr sz="12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a:xfrm>
            <a:off x="576105" y="6006168"/>
            <a:ext cx="2688484"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fld id="{FD725410-BEFA-4075-99F8-9B76E6135EB8}" type="datetimeFigureOut">
              <a:rPr lang="zh-CN" altLang="en-US" smtClean="0"/>
            </a:fld>
            <a:endParaRPr lang="zh-CN" altLang="en-US" dirty="0"/>
          </a:p>
        </p:txBody>
      </p:sp>
      <p:sp>
        <p:nvSpPr>
          <p:cNvPr id="6" name="页脚占位符 5"/>
          <p:cNvSpPr>
            <a:spLocks noGrp="1"/>
          </p:cNvSpPr>
          <p:nvPr>
            <p:ph type="ftr" sz="quarter" idx="11"/>
          </p:nvPr>
        </p:nvSpPr>
        <p:spPr>
          <a:xfrm>
            <a:off x="3936716" y="6006168"/>
            <a:ext cx="3648657"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endParaRPr lang="zh-CN" altLang="en-US" dirty="0"/>
          </a:p>
        </p:txBody>
      </p:sp>
      <p:sp>
        <p:nvSpPr>
          <p:cNvPr id="7" name="灯片编号占位符 6"/>
          <p:cNvSpPr>
            <a:spLocks noGrp="1"/>
          </p:cNvSpPr>
          <p:nvPr>
            <p:ph type="sldNum" sz="quarter" idx="12"/>
          </p:nvPr>
        </p:nvSpPr>
        <p:spPr>
          <a:xfrm>
            <a:off x="8257487" y="6006168"/>
            <a:ext cx="2688484"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fld id="{ABCBC4E8-88EF-4446-9533-1BB591964EAE}"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576110" y="259513"/>
            <a:ext cx="10369868" cy="1080029"/>
          </a:xfrm>
          <a:prstGeom prst="rect">
            <a:avLst/>
          </a:prstGeom>
        </p:spPr>
        <p:txBody>
          <a:bodyPr/>
          <a:lstStyle>
            <a:lvl1pPr>
              <a:defRPr>
                <a:latin typeface="印品黑体" panose="00000500000000000000" pitchFamily="2" charset="-122"/>
                <a:ea typeface="印品黑体" panose="00000500000000000000" pitchFamily="2" charset="-122"/>
              </a:defRPr>
            </a:lvl1pPr>
          </a:lstStyle>
          <a:p>
            <a:r>
              <a:rPr lang="zh-CN" altLang="en-US" dirty="0"/>
              <a:t>单击此处编辑母版标题样式</a:t>
            </a:r>
            <a:endParaRPr lang="zh-CN" altLang="en-US" dirty="0"/>
          </a:p>
        </p:txBody>
      </p:sp>
      <p:sp>
        <p:nvSpPr>
          <p:cNvPr id="3" name="竖排文字占位符 2"/>
          <p:cNvSpPr>
            <a:spLocks noGrp="1"/>
          </p:cNvSpPr>
          <p:nvPr>
            <p:ph type="body" orient="vert" idx="1"/>
          </p:nvPr>
        </p:nvSpPr>
        <p:spPr>
          <a:xfrm>
            <a:off x="576110" y="1512043"/>
            <a:ext cx="10369868" cy="4276616"/>
          </a:xfrm>
          <a:prstGeom prst="rect">
            <a:avLst/>
          </a:prstGeom>
        </p:spPr>
        <p:txBody>
          <a:bodyPr vert="eaVert"/>
          <a:lstStyle>
            <a:lvl1pPr>
              <a:defRPr>
                <a:latin typeface="印品黑体" panose="00000500000000000000" pitchFamily="2" charset="-122"/>
                <a:ea typeface="印品黑体" panose="00000500000000000000" pitchFamily="2" charset="-122"/>
              </a:defRPr>
            </a:lvl1pPr>
            <a:lvl2pPr>
              <a:defRPr>
                <a:latin typeface="印品黑体" panose="00000500000000000000" pitchFamily="2" charset="-122"/>
                <a:ea typeface="印品黑体" panose="00000500000000000000" pitchFamily="2" charset="-122"/>
              </a:defRPr>
            </a:lvl2pPr>
            <a:lvl3pPr>
              <a:defRPr>
                <a:latin typeface="印品黑体" panose="00000500000000000000" pitchFamily="2" charset="-122"/>
                <a:ea typeface="印品黑体" panose="00000500000000000000" pitchFamily="2" charset="-122"/>
              </a:defRPr>
            </a:lvl3pPr>
            <a:lvl4pPr>
              <a:defRPr>
                <a:latin typeface="印品黑体" panose="00000500000000000000" pitchFamily="2" charset="-122"/>
                <a:ea typeface="印品黑体" panose="00000500000000000000" pitchFamily="2" charset="-122"/>
              </a:defRPr>
            </a:lvl4pPr>
            <a:lvl5pPr>
              <a:defRPr>
                <a:latin typeface="印品黑体" panose="00000500000000000000" pitchFamily="2" charset="-122"/>
                <a:ea typeface="印品黑体" panose="00000500000000000000" pitchFamily="2"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576105" y="6006168"/>
            <a:ext cx="2688484"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fld id="{FD725410-BEFA-4075-99F8-9B76E6135EB8}" type="datetimeFigureOut">
              <a:rPr lang="zh-CN" altLang="en-US" smtClean="0"/>
            </a:fld>
            <a:endParaRPr lang="zh-CN" altLang="en-US" dirty="0"/>
          </a:p>
        </p:txBody>
      </p:sp>
      <p:sp>
        <p:nvSpPr>
          <p:cNvPr id="5" name="页脚占位符 4"/>
          <p:cNvSpPr>
            <a:spLocks noGrp="1"/>
          </p:cNvSpPr>
          <p:nvPr>
            <p:ph type="ftr" sz="quarter" idx="11"/>
          </p:nvPr>
        </p:nvSpPr>
        <p:spPr>
          <a:xfrm>
            <a:off x="3936716" y="6006168"/>
            <a:ext cx="3648657"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endParaRPr lang="zh-CN" altLang="en-US" dirty="0"/>
          </a:p>
        </p:txBody>
      </p:sp>
      <p:sp>
        <p:nvSpPr>
          <p:cNvPr id="6" name="灯片编号占位符 5"/>
          <p:cNvSpPr>
            <a:spLocks noGrp="1"/>
          </p:cNvSpPr>
          <p:nvPr>
            <p:ph type="sldNum" sz="quarter" idx="12"/>
          </p:nvPr>
        </p:nvSpPr>
        <p:spPr>
          <a:xfrm>
            <a:off x="8257487" y="6006168"/>
            <a:ext cx="2688484"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fld id="{ABCBC4E8-88EF-4446-9533-1BB591964EAE}"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353509" y="204011"/>
            <a:ext cx="2592468" cy="4354619"/>
          </a:xfrm>
          <a:prstGeom prst="rect">
            <a:avLst/>
          </a:prstGeom>
        </p:spPr>
        <p:txBody>
          <a:bodyPr vert="eaVert"/>
          <a:lstStyle>
            <a:lvl1pPr>
              <a:defRPr>
                <a:latin typeface="印品黑体" panose="00000500000000000000" pitchFamily="2" charset="-122"/>
                <a:ea typeface="印品黑体" panose="00000500000000000000" pitchFamily="2" charset="-122"/>
              </a:defRPr>
            </a:lvl1pPr>
          </a:lstStyle>
          <a:p>
            <a:r>
              <a:rPr lang="zh-CN" altLang="en-US" dirty="0"/>
              <a:t>单击此处编辑母版标题样式</a:t>
            </a:r>
            <a:endParaRPr lang="zh-CN" altLang="en-US" dirty="0"/>
          </a:p>
        </p:txBody>
      </p:sp>
      <p:sp>
        <p:nvSpPr>
          <p:cNvPr id="3" name="竖排文字占位符 2"/>
          <p:cNvSpPr>
            <a:spLocks noGrp="1"/>
          </p:cNvSpPr>
          <p:nvPr>
            <p:ph type="body" orient="vert" idx="1"/>
          </p:nvPr>
        </p:nvSpPr>
        <p:spPr>
          <a:xfrm>
            <a:off x="576103" y="204011"/>
            <a:ext cx="7585366" cy="4354619"/>
          </a:xfrm>
          <a:prstGeom prst="rect">
            <a:avLst/>
          </a:prstGeom>
        </p:spPr>
        <p:txBody>
          <a:bodyPr vert="eaVert"/>
          <a:lstStyle>
            <a:lvl1pPr>
              <a:defRPr>
                <a:latin typeface="印品黑体" panose="00000500000000000000" pitchFamily="2" charset="-122"/>
                <a:ea typeface="印品黑体" panose="00000500000000000000" pitchFamily="2" charset="-122"/>
              </a:defRPr>
            </a:lvl1pPr>
            <a:lvl2pPr>
              <a:defRPr>
                <a:latin typeface="印品黑体" panose="00000500000000000000" pitchFamily="2" charset="-122"/>
                <a:ea typeface="印品黑体" panose="00000500000000000000" pitchFamily="2" charset="-122"/>
              </a:defRPr>
            </a:lvl2pPr>
            <a:lvl3pPr>
              <a:defRPr>
                <a:latin typeface="印品黑体" panose="00000500000000000000" pitchFamily="2" charset="-122"/>
                <a:ea typeface="印品黑体" panose="00000500000000000000" pitchFamily="2" charset="-122"/>
              </a:defRPr>
            </a:lvl3pPr>
            <a:lvl4pPr>
              <a:defRPr>
                <a:latin typeface="印品黑体" panose="00000500000000000000" pitchFamily="2" charset="-122"/>
                <a:ea typeface="印品黑体" panose="00000500000000000000" pitchFamily="2" charset="-122"/>
              </a:defRPr>
            </a:lvl4pPr>
            <a:lvl5pPr>
              <a:defRPr>
                <a:latin typeface="印品黑体" panose="00000500000000000000" pitchFamily="2" charset="-122"/>
                <a:ea typeface="印品黑体" panose="00000500000000000000" pitchFamily="2"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576105" y="6006168"/>
            <a:ext cx="2688484"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fld id="{FD725410-BEFA-4075-99F8-9B76E6135EB8}" type="datetimeFigureOut">
              <a:rPr lang="zh-CN" altLang="en-US" smtClean="0"/>
            </a:fld>
            <a:endParaRPr lang="zh-CN" altLang="en-US" dirty="0"/>
          </a:p>
        </p:txBody>
      </p:sp>
      <p:sp>
        <p:nvSpPr>
          <p:cNvPr id="5" name="页脚占位符 4"/>
          <p:cNvSpPr>
            <a:spLocks noGrp="1"/>
          </p:cNvSpPr>
          <p:nvPr>
            <p:ph type="ftr" sz="quarter" idx="11"/>
          </p:nvPr>
        </p:nvSpPr>
        <p:spPr>
          <a:xfrm>
            <a:off x="3936716" y="6006168"/>
            <a:ext cx="3648657"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endParaRPr lang="zh-CN" altLang="en-US" dirty="0"/>
          </a:p>
        </p:txBody>
      </p:sp>
      <p:sp>
        <p:nvSpPr>
          <p:cNvPr id="6" name="灯片编号占位符 5"/>
          <p:cNvSpPr>
            <a:spLocks noGrp="1"/>
          </p:cNvSpPr>
          <p:nvPr>
            <p:ph type="sldNum" sz="quarter" idx="12"/>
          </p:nvPr>
        </p:nvSpPr>
        <p:spPr>
          <a:xfrm>
            <a:off x="8257487" y="6006168"/>
            <a:ext cx="2688484" cy="345009"/>
          </a:xfrm>
          <a:prstGeom prst="rect">
            <a:avLst/>
          </a:prstGeom>
        </p:spPr>
        <p:txBody>
          <a:bodyPr/>
          <a:lstStyle>
            <a:lvl1pPr>
              <a:defRPr>
                <a:latin typeface="印品黑体" panose="00000500000000000000" pitchFamily="2" charset="-122"/>
                <a:ea typeface="印品黑体" panose="00000500000000000000" pitchFamily="2" charset="-122"/>
              </a:defRPr>
            </a:lvl1pPr>
          </a:lstStyle>
          <a:p>
            <a:fld id="{ABCBC4E8-88EF-4446-9533-1BB591964EAE}"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目录页_六项目录">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l="61489" t="25058" r="12143" b="25081"/>
          <a:stretch>
            <a:fillRect/>
          </a:stretch>
        </p:blipFill>
        <p:spPr>
          <a:xfrm>
            <a:off x="528095" y="3936438"/>
            <a:ext cx="2280411" cy="2280062"/>
          </a:xfrm>
          <a:prstGeom prst="ellipse">
            <a:avLst/>
          </a:prstGeom>
        </p:spPr>
      </p:pic>
      <p:pic>
        <p:nvPicPr>
          <p:cNvPr id="4" name="图片 3"/>
          <p:cNvPicPr>
            <a:picLocks noChangeAspect="1"/>
          </p:cNvPicPr>
          <p:nvPr userDrawn="1"/>
        </p:nvPicPr>
        <p:blipFill rotWithShape="1">
          <a:blip r:embed="rId2"/>
          <a:srcRect l="61489" t="25058" r="12143" b="25081"/>
          <a:stretch>
            <a:fillRect/>
          </a:stretch>
        </p:blipFill>
        <p:spPr>
          <a:xfrm>
            <a:off x="6973256" y="192005"/>
            <a:ext cx="4176752" cy="4176113"/>
          </a:xfrm>
          <a:prstGeom prst="ellipse">
            <a:avLst/>
          </a:prstGeom>
        </p:spPr>
      </p:pic>
      <p:sp>
        <p:nvSpPr>
          <p:cNvPr id="5" name="文本占位符 7"/>
          <p:cNvSpPr>
            <a:spLocks noGrp="1"/>
          </p:cNvSpPr>
          <p:nvPr>
            <p:ph type="body" sz="quarter" idx="10" hasCustomPrompt="1"/>
          </p:nvPr>
        </p:nvSpPr>
        <p:spPr>
          <a:xfrm>
            <a:off x="250726" y="208005"/>
            <a:ext cx="3121880" cy="368010"/>
          </a:xfrm>
          <a:prstGeom prst="rect">
            <a:avLst/>
          </a:prstGeom>
          <a:ln w="12700" cmpd="sng">
            <a:noFill/>
          </a:ln>
        </p:spPr>
        <p:txBody>
          <a:bodyPr vert="horz" anchor="ctr"/>
          <a:lstStyle>
            <a:lvl1pPr marL="0" indent="0" algn="l">
              <a:buNone/>
              <a:defRPr sz="1325" b="1">
                <a:latin typeface="微软雅黑" panose="020B0503020204020204" pitchFamily="34" charset="-122"/>
                <a:ea typeface="微软雅黑" panose="020B0503020204020204" pitchFamily="34" charset="-122"/>
                <a:cs typeface="微软雅黑" panose="020B0503020204020204" pitchFamily="34" charset="-122"/>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6" name="文本占位符 7"/>
          <p:cNvSpPr>
            <a:spLocks noGrp="1"/>
          </p:cNvSpPr>
          <p:nvPr>
            <p:ph type="body" sz="quarter" idx="11" hasCustomPrompt="1"/>
          </p:nvPr>
        </p:nvSpPr>
        <p:spPr>
          <a:xfrm>
            <a:off x="3593068" y="963953"/>
            <a:ext cx="4335941" cy="839886"/>
          </a:xfrm>
          <a:prstGeom prst="rect">
            <a:avLst/>
          </a:prstGeom>
          <a:ln w="12700" cmpd="sng">
            <a:noFill/>
          </a:ln>
        </p:spPr>
        <p:txBody>
          <a:bodyPr vert="horz" anchor="ctr"/>
          <a:lstStyle>
            <a:lvl1pPr marL="0" indent="0" algn="ctr">
              <a:buNone/>
              <a:defRPr sz="5670" b="1">
                <a:latin typeface="微软雅黑" panose="020B0503020204020204" pitchFamily="34" charset="-122"/>
                <a:ea typeface="微软雅黑" panose="020B0503020204020204" pitchFamily="34" charset="-122"/>
                <a:cs typeface="微软雅黑" panose="020B0503020204020204" pitchFamily="34" charset="-122"/>
              </a:defRPr>
            </a:lvl1pPr>
          </a:lstStyle>
          <a:p>
            <a:pPr lvl="0"/>
            <a:r>
              <a:rPr kumimoji="1" lang="zh-CN" altLang="en-US" dirty="0"/>
              <a:t>目录</a:t>
            </a:r>
            <a:endParaRPr kumimoji="1" lang="zh-CN" altLang="en-US" dirty="0"/>
          </a:p>
        </p:txBody>
      </p:sp>
      <p:sp>
        <p:nvSpPr>
          <p:cNvPr id="8" name="文本占位符 7"/>
          <p:cNvSpPr>
            <a:spLocks noGrp="1"/>
          </p:cNvSpPr>
          <p:nvPr>
            <p:ph type="body" sz="quarter" idx="12" hasCustomPrompt="1"/>
          </p:nvPr>
        </p:nvSpPr>
        <p:spPr>
          <a:xfrm>
            <a:off x="3593068" y="1803840"/>
            <a:ext cx="4335941" cy="378957"/>
          </a:xfrm>
          <a:prstGeom prst="rect">
            <a:avLst/>
          </a:prstGeom>
          <a:ln w="12700" cmpd="sng">
            <a:noFill/>
          </a:ln>
        </p:spPr>
        <p:txBody>
          <a:bodyPr vert="horz" anchor="ctr"/>
          <a:lstStyle>
            <a:lvl1pPr marL="0" indent="0" algn="ctr">
              <a:buNone/>
              <a:defRPr sz="1890" b="0">
                <a:latin typeface="微软雅黑" panose="020B0503020204020204" pitchFamily="34" charset="-122"/>
                <a:ea typeface="微软雅黑" panose="020B0503020204020204" pitchFamily="34" charset="-122"/>
                <a:cs typeface="微软雅黑" panose="020B0503020204020204" pitchFamily="34" charset="-122"/>
              </a:defRPr>
            </a:lvl1pPr>
          </a:lstStyle>
          <a:p>
            <a:pPr lvl="0"/>
            <a:r>
              <a:rPr kumimoji="1" lang="en-US" altLang="zh-CN" dirty="0"/>
              <a:t>CONTENTS</a:t>
            </a:r>
            <a:endParaRPr kumimoji="1" lang="zh-CN" altLang="en-US" dirty="0"/>
          </a:p>
        </p:txBody>
      </p:sp>
      <p:sp>
        <p:nvSpPr>
          <p:cNvPr id="9" name="文本占位符 7"/>
          <p:cNvSpPr>
            <a:spLocks noGrp="1"/>
          </p:cNvSpPr>
          <p:nvPr>
            <p:ph type="body" sz="quarter" idx="13"/>
          </p:nvPr>
        </p:nvSpPr>
        <p:spPr>
          <a:xfrm>
            <a:off x="1379617" y="2280062"/>
            <a:ext cx="8762842" cy="1001573"/>
          </a:xfrm>
          <a:prstGeom prst="rect">
            <a:avLst/>
          </a:prstGeom>
          <a:ln w="12700" cmpd="sng">
            <a:noFill/>
          </a:ln>
        </p:spPr>
        <p:txBody>
          <a:bodyPr vert="horz" anchor="t"/>
          <a:lstStyle>
            <a:lvl1pPr>
              <a:defRPr kumimoji="1" lang="zh-CN" altLang="en-US" sz="1325" b="0" dirty="0">
                <a:latin typeface="微软雅黑" panose="020B0503020204020204" pitchFamily="34" charset="-122"/>
                <a:ea typeface="微软雅黑" panose="020B0503020204020204" pitchFamily="34" charset="-122"/>
                <a:cs typeface="微软雅黑" panose="020B0503020204020204" pitchFamily="34" charset="-122"/>
              </a:defRPr>
            </a:lvl1pPr>
          </a:lstStyle>
          <a:p>
            <a:pPr marL="0" lvl="0" indent="0" algn="ctr">
              <a:lnSpc>
                <a:spcPct val="130000"/>
              </a:lnSpc>
              <a:buNone/>
            </a:pPr>
            <a:endParaRPr kumimoji="1" lang="zh-CN" altLang="en-US" dirty="0"/>
          </a:p>
        </p:txBody>
      </p:sp>
      <p:sp>
        <p:nvSpPr>
          <p:cNvPr id="7" name="文本占位符 6"/>
          <p:cNvSpPr>
            <a:spLocks noGrp="1"/>
          </p:cNvSpPr>
          <p:nvPr>
            <p:ph type="body" sz="quarter" idx="14" hasCustomPrompt="1"/>
          </p:nvPr>
        </p:nvSpPr>
        <p:spPr>
          <a:xfrm>
            <a:off x="528095" y="3937735"/>
            <a:ext cx="1745298" cy="430383"/>
          </a:xfrm>
          <a:prstGeom prst="rect">
            <a:avLst/>
          </a:prstGeom>
        </p:spPr>
        <p:txBody>
          <a:bodyPr/>
          <a:lstStyle>
            <a:lvl1pPr marL="0" indent="0" algn="ctr">
              <a:buNone/>
              <a:defRPr sz="1890" b="1"/>
            </a:lvl1pPr>
          </a:lstStyle>
          <a:p>
            <a:pPr lvl="0"/>
            <a:r>
              <a:rPr kumimoji="1" lang="en-US" altLang="zh-CN" dirty="0"/>
              <a:t>TITLE</a:t>
            </a:r>
            <a:r>
              <a:rPr kumimoji="1" lang="zh-CN" altLang="en-US" dirty="0"/>
              <a:t> </a:t>
            </a:r>
            <a:r>
              <a:rPr kumimoji="1" lang="en-US" altLang="zh-CN" dirty="0"/>
              <a:t>HERE</a:t>
            </a:r>
            <a:endParaRPr kumimoji="1" lang="zh-CN" altLang="en-US" dirty="0"/>
          </a:p>
        </p:txBody>
      </p:sp>
      <p:sp>
        <p:nvSpPr>
          <p:cNvPr id="28" name="文本占位符 6"/>
          <p:cNvSpPr>
            <a:spLocks noGrp="1"/>
          </p:cNvSpPr>
          <p:nvPr>
            <p:ph type="body" sz="quarter" idx="15" hasCustomPrompt="1"/>
          </p:nvPr>
        </p:nvSpPr>
        <p:spPr>
          <a:xfrm>
            <a:off x="528094" y="4368118"/>
            <a:ext cx="1745298" cy="430383"/>
          </a:xfrm>
          <a:prstGeom prst="rect">
            <a:avLst/>
          </a:prstGeom>
        </p:spPr>
        <p:txBody>
          <a:bodyPr/>
          <a:lstStyle>
            <a:lvl1pPr marL="0" indent="0" algn="ctr">
              <a:buNone/>
              <a:defRPr sz="1325" b="0">
                <a:latin typeface="+mn-lt"/>
              </a:defRPr>
            </a:lvl1pPr>
          </a:lstStyle>
          <a:p>
            <a:pPr lvl="0"/>
            <a:r>
              <a:rPr kumimoji="1" lang="en-US" altLang="zh-CN" dirty="0"/>
              <a:t>TITLE</a:t>
            </a:r>
            <a:r>
              <a:rPr kumimoji="1" lang="zh-CN" altLang="en-US" dirty="0"/>
              <a:t> </a:t>
            </a:r>
            <a:r>
              <a:rPr kumimoji="1" lang="en-US" altLang="zh-CN" dirty="0"/>
              <a:t>HERE</a:t>
            </a:r>
            <a:endParaRPr kumimoji="1" lang="zh-CN" altLang="en-US" dirty="0"/>
          </a:p>
        </p:txBody>
      </p:sp>
      <p:sp>
        <p:nvSpPr>
          <p:cNvPr id="18" name="文本占位符 6"/>
          <p:cNvSpPr>
            <a:spLocks noGrp="1"/>
          </p:cNvSpPr>
          <p:nvPr>
            <p:ph type="body" sz="quarter" idx="16" hasCustomPrompt="1"/>
          </p:nvPr>
        </p:nvSpPr>
        <p:spPr>
          <a:xfrm>
            <a:off x="2276439" y="3936438"/>
            <a:ext cx="1745298" cy="430383"/>
          </a:xfrm>
          <a:prstGeom prst="rect">
            <a:avLst/>
          </a:prstGeom>
        </p:spPr>
        <p:txBody>
          <a:bodyPr/>
          <a:lstStyle>
            <a:lvl1pPr marL="0" indent="0" algn="ctr">
              <a:buNone/>
              <a:defRPr sz="1890" b="1"/>
            </a:lvl1pPr>
          </a:lstStyle>
          <a:p>
            <a:pPr lvl="0"/>
            <a:r>
              <a:rPr kumimoji="1" lang="en-US" altLang="zh-CN" dirty="0"/>
              <a:t>TITLE</a:t>
            </a:r>
            <a:r>
              <a:rPr kumimoji="1" lang="zh-CN" altLang="en-US" dirty="0"/>
              <a:t> </a:t>
            </a:r>
            <a:r>
              <a:rPr kumimoji="1" lang="en-US" altLang="zh-CN" dirty="0"/>
              <a:t>HERE</a:t>
            </a:r>
            <a:endParaRPr kumimoji="1" lang="zh-CN" altLang="en-US" dirty="0"/>
          </a:p>
        </p:txBody>
      </p:sp>
      <p:sp>
        <p:nvSpPr>
          <p:cNvPr id="19" name="文本占位符 6"/>
          <p:cNvSpPr>
            <a:spLocks noGrp="1"/>
          </p:cNvSpPr>
          <p:nvPr>
            <p:ph type="body" sz="quarter" idx="17" hasCustomPrompt="1"/>
          </p:nvPr>
        </p:nvSpPr>
        <p:spPr>
          <a:xfrm>
            <a:off x="2276439" y="4366821"/>
            <a:ext cx="1745298" cy="430383"/>
          </a:xfrm>
          <a:prstGeom prst="rect">
            <a:avLst/>
          </a:prstGeom>
        </p:spPr>
        <p:txBody>
          <a:bodyPr/>
          <a:lstStyle>
            <a:lvl1pPr marL="0" indent="0" algn="ctr">
              <a:buNone/>
              <a:defRPr sz="1325" b="0">
                <a:latin typeface="+mn-lt"/>
              </a:defRPr>
            </a:lvl1pPr>
          </a:lstStyle>
          <a:p>
            <a:pPr lvl="0"/>
            <a:r>
              <a:rPr kumimoji="1" lang="en-US" altLang="zh-CN" dirty="0"/>
              <a:t>TITLE</a:t>
            </a:r>
            <a:r>
              <a:rPr kumimoji="1" lang="zh-CN" altLang="en-US" dirty="0"/>
              <a:t> </a:t>
            </a:r>
            <a:r>
              <a:rPr kumimoji="1" lang="en-US" altLang="zh-CN" dirty="0"/>
              <a:t>HERE</a:t>
            </a:r>
            <a:endParaRPr kumimoji="1" lang="zh-CN" altLang="en-US" dirty="0"/>
          </a:p>
        </p:txBody>
      </p:sp>
      <p:sp>
        <p:nvSpPr>
          <p:cNvPr id="20" name="文本占位符 6"/>
          <p:cNvSpPr>
            <a:spLocks noGrp="1"/>
          </p:cNvSpPr>
          <p:nvPr>
            <p:ph type="body" sz="quarter" idx="18" hasCustomPrompt="1"/>
          </p:nvPr>
        </p:nvSpPr>
        <p:spPr>
          <a:xfrm>
            <a:off x="4024782" y="3936438"/>
            <a:ext cx="1745298" cy="430383"/>
          </a:xfrm>
          <a:prstGeom prst="rect">
            <a:avLst/>
          </a:prstGeom>
        </p:spPr>
        <p:txBody>
          <a:bodyPr/>
          <a:lstStyle>
            <a:lvl1pPr marL="0" indent="0" algn="ctr">
              <a:buNone/>
              <a:defRPr sz="1890" b="1"/>
            </a:lvl1pPr>
          </a:lstStyle>
          <a:p>
            <a:pPr lvl="0"/>
            <a:r>
              <a:rPr kumimoji="1" lang="en-US" altLang="zh-CN" dirty="0"/>
              <a:t>TITLE</a:t>
            </a:r>
            <a:r>
              <a:rPr kumimoji="1" lang="zh-CN" altLang="en-US" dirty="0"/>
              <a:t> </a:t>
            </a:r>
            <a:r>
              <a:rPr kumimoji="1" lang="en-US" altLang="zh-CN" dirty="0"/>
              <a:t>HERE</a:t>
            </a:r>
            <a:endParaRPr kumimoji="1" lang="zh-CN" altLang="en-US" dirty="0"/>
          </a:p>
        </p:txBody>
      </p:sp>
      <p:sp>
        <p:nvSpPr>
          <p:cNvPr id="21" name="文本占位符 6"/>
          <p:cNvSpPr>
            <a:spLocks noGrp="1"/>
          </p:cNvSpPr>
          <p:nvPr>
            <p:ph type="body" sz="quarter" idx="19" hasCustomPrompt="1"/>
          </p:nvPr>
        </p:nvSpPr>
        <p:spPr>
          <a:xfrm>
            <a:off x="4024782" y="4366821"/>
            <a:ext cx="1745298" cy="430383"/>
          </a:xfrm>
          <a:prstGeom prst="rect">
            <a:avLst/>
          </a:prstGeom>
        </p:spPr>
        <p:txBody>
          <a:bodyPr/>
          <a:lstStyle>
            <a:lvl1pPr marL="0" indent="0" algn="ctr">
              <a:buNone/>
              <a:defRPr sz="1325" b="0">
                <a:latin typeface="+mn-lt"/>
              </a:defRPr>
            </a:lvl1pPr>
          </a:lstStyle>
          <a:p>
            <a:pPr lvl="0"/>
            <a:r>
              <a:rPr kumimoji="1" lang="en-US" altLang="zh-CN" dirty="0"/>
              <a:t>TITLE</a:t>
            </a:r>
            <a:r>
              <a:rPr kumimoji="1" lang="zh-CN" altLang="en-US" dirty="0"/>
              <a:t> </a:t>
            </a:r>
            <a:r>
              <a:rPr kumimoji="1" lang="en-US" altLang="zh-CN" dirty="0"/>
              <a:t>HERE</a:t>
            </a:r>
            <a:endParaRPr kumimoji="1" lang="zh-CN" altLang="en-US" dirty="0"/>
          </a:p>
        </p:txBody>
      </p:sp>
      <p:sp>
        <p:nvSpPr>
          <p:cNvPr id="22" name="文本占位符 6"/>
          <p:cNvSpPr>
            <a:spLocks noGrp="1"/>
          </p:cNvSpPr>
          <p:nvPr>
            <p:ph type="body" sz="quarter" idx="20" hasCustomPrompt="1"/>
          </p:nvPr>
        </p:nvSpPr>
        <p:spPr>
          <a:xfrm>
            <a:off x="7521469" y="3937735"/>
            <a:ext cx="1745298" cy="430383"/>
          </a:xfrm>
          <a:prstGeom prst="rect">
            <a:avLst/>
          </a:prstGeom>
        </p:spPr>
        <p:txBody>
          <a:bodyPr/>
          <a:lstStyle>
            <a:lvl1pPr marL="0" indent="0" algn="ctr">
              <a:buNone/>
              <a:defRPr sz="1890" b="1"/>
            </a:lvl1pPr>
          </a:lstStyle>
          <a:p>
            <a:pPr lvl="0"/>
            <a:r>
              <a:rPr kumimoji="1" lang="en-US" altLang="zh-CN" dirty="0"/>
              <a:t>TITLE</a:t>
            </a:r>
            <a:r>
              <a:rPr kumimoji="1" lang="zh-CN" altLang="en-US" dirty="0"/>
              <a:t> </a:t>
            </a:r>
            <a:r>
              <a:rPr kumimoji="1" lang="en-US" altLang="zh-CN" dirty="0"/>
              <a:t>HERE</a:t>
            </a:r>
            <a:endParaRPr kumimoji="1" lang="zh-CN" altLang="en-US" dirty="0"/>
          </a:p>
        </p:txBody>
      </p:sp>
      <p:sp>
        <p:nvSpPr>
          <p:cNvPr id="23" name="文本占位符 6"/>
          <p:cNvSpPr>
            <a:spLocks noGrp="1"/>
          </p:cNvSpPr>
          <p:nvPr>
            <p:ph type="body" sz="quarter" idx="21" hasCustomPrompt="1"/>
          </p:nvPr>
        </p:nvSpPr>
        <p:spPr>
          <a:xfrm>
            <a:off x="7517663" y="4368118"/>
            <a:ext cx="1745298" cy="430383"/>
          </a:xfrm>
          <a:prstGeom prst="rect">
            <a:avLst/>
          </a:prstGeom>
        </p:spPr>
        <p:txBody>
          <a:bodyPr/>
          <a:lstStyle>
            <a:lvl1pPr marL="0" indent="0" algn="ctr">
              <a:buNone/>
              <a:defRPr sz="1325" b="0">
                <a:latin typeface="+mn-lt"/>
              </a:defRPr>
            </a:lvl1pPr>
          </a:lstStyle>
          <a:p>
            <a:pPr lvl="0"/>
            <a:r>
              <a:rPr kumimoji="1" lang="en-US" altLang="zh-CN" dirty="0"/>
              <a:t>TITLE</a:t>
            </a:r>
            <a:r>
              <a:rPr kumimoji="1" lang="zh-CN" altLang="en-US" dirty="0"/>
              <a:t> </a:t>
            </a:r>
            <a:r>
              <a:rPr kumimoji="1" lang="en-US" altLang="zh-CN" dirty="0"/>
              <a:t>HERE</a:t>
            </a:r>
            <a:endParaRPr kumimoji="1" lang="zh-CN" altLang="en-US" dirty="0"/>
          </a:p>
        </p:txBody>
      </p:sp>
      <p:sp>
        <p:nvSpPr>
          <p:cNvPr id="24" name="文本占位符 6"/>
          <p:cNvSpPr>
            <a:spLocks noGrp="1"/>
          </p:cNvSpPr>
          <p:nvPr>
            <p:ph type="body" sz="quarter" idx="22" hasCustomPrompt="1"/>
          </p:nvPr>
        </p:nvSpPr>
        <p:spPr>
          <a:xfrm>
            <a:off x="9269812" y="3936438"/>
            <a:ext cx="1745298" cy="430383"/>
          </a:xfrm>
          <a:prstGeom prst="rect">
            <a:avLst/>
          </a:prstGeom>
        </p:spPr>
        <p:txBody>
          <a:bodyPr/>
          <a:lstStyle>
            <a:lvl1pPr marL="0" indent="0" algn="ctr">
              <a:buNone/>
              <a:defRPr sz="1890" b="1"/>
            </a:lvl1pPr>
          </a:lstStyle>
          <a:p>
            <a:pPr lvl="0"/>
            <a:r>
              <a:rPr kumimoji="1" lang="en-US" altLang="zh-CN" dirty="0"/>
              <a:t>TITLE</a:t>
            </a:r>
            <a:r>
              <a:rPr kumimoji="1" lang="zh-CN" altLang="en-US" dirty="0"/>
              <a:t> </a:t>
            </a:r>
            <a:r>
              <a:rPr kumimoji="1" lang="en-US" altLang="zh-CN" dirty="0"/>
              <a:t>HERE</a:t>
            </a:r>
            <a:endParaRPr kumimoji="1" lang="zh-CN" altLang="en-US" dirty="0"/>
          </a:p>
        </p:txBody>
      </p:sp>
      <p:sp>
        <p:nvSpPr>
          <p:cNvPr id="25" name="文本占位符 6"/>
          <p:cNvSpPr>
            <a:spLocks noGrp="1"/>
          </p:cNvSpPr>
          <p:nvPr>
            <p:ph type="body" sz="quarter" idx="23" hasCustomPrompt="1"/>
          </p:nvPr>
        </p:nvSpPr>
        <p:spPr>
          <a:xfrm>
            <a:off x="9269811" y="4366821"/>
            <a:ext cx="1745298" cy="430383"/>
          </a:xfrm>
          <a:prstGeom prst="rect">
            <a:avLst/>
          </a:prstGeom>
        </p:spPr>
        <p:txBody>
          <a:bodyPr/>
          <a:lstStyle>
            <a:lvl1pPr marL="0" indent="0" algn="ctr">
              <a:buNone/>
              <a:defRPr sz="1325" b="0">
                <a:latin typeface="+mn-lt"/>
              </a:defRPr>
            </a:lvl1pPr>
          </a:lstStyle>
          <a:p>
            <a:pPr lvl="0"/>
            <a:r>
              <a:rPr kumimoji="1" lang="en-US" altLang="zh-CN" dirty="0"/>
              <a:t>TITLE</a:t>
            </a:r>
            <a:r>
              <a:rPr kumimoji="1" lang="zh-CN" altLang="en-US" dirty="0"/>
              <a:t> </a:t>
            </a:r>
            <a:r>
              <a:rPr kumimoji="1" lang="en-US" altLang="zh-CN" dirty="0"/>
              <a:t>HERE</a:t>
            </a:r>
            <a:endParaRPr kumimoji="1" lang="zh-CN" altLang="en-US" dirty="0"/>
          </a:p>
        </p:txBody>
      </p:sp>
      <p:sp>
        <p:nvSpPr>
          <p:cNvPr id="26" name="文本占位符 6"/>
          <p:cNvSpPr>
            <a:spLocks noGrp="1"/>
          </p:cNvSpPr>
          <p:nvPr>
            <p:ph type="body" sz="quarter" idx="24" hasCustomPrompt="1"/>
          </p:nvPr>
        </p:nvSpPr>
        <p:spPr>
          <a:xfrm>
            <a:off x="5773126" y="3936438"/>
            <a:ext cx="1745298" cy="430383"/>
          </a:xfrm>
          <a:prstGeom prst="rect">
            <a:avLst/>
          </a:prstGeom>
        </p:spPr>
        <p:txBody>
          <a:bodyPr/>
          <a:lstStyle>
            <a:lvl1pPr marL="0" indent="0" algn="ctr">
              <a:buNone/>
              <a:defRPr sz="1890" b="1"/>
            </a:lvl1pPr>
          </a:lstStyle>
          <a:p>
            <a:pPr lvl="0"/>
            <a:r>
              <a:rPr kumimoji="1" lang="en-US" altLang="zh-CN" dirty="0"/>
              <a:t>TITLE</a:t>
            </a:r>
            <a:r>
              <a:rPr kumimoji="1" lang="zh-CN" altLang="en-US" dirty="0"/>
              <a:t> </a:t>
            </a:r>
            <a:r>
              <a:rPr kumimoji="1" lang="en-US" altLang="zh-CN" dirty="0"/>
              <a:t>HERE</a:t>
            </a:r>
            <a:endParaRPr kumimoji="1" lang="zh-CN" altLang="en-US" dirty="0"/>
          </a:p>
        </p:txBody>
      </p:sp>
      <p:sp>
        <p:nvSpPr>
          <p:cNvPr id="27" name="文本占位符 6"/>
          <p:cNvSpPr>
            <a:spLocks noGrp="1"/>
          </p:cNvSpPr>
          <p:nvPr>
            <p:ph type="body" sz="quarter" idx="25" hasCustomPrompt="1"/>
          </p:nvPr>
        </p:nvSpPr>
        <p:spPr>
          <a:xfrm>
            <a:off x="5773126" y="4366821"/>
            <a:ext cx="1745298" cy="430383"/>
          </a:xfrm>
          <a:prstGeom prst="rect">
            <a:avLst/>
          </a:prstGeom>
        </p:spPr>
        <p:txBody>
          <a:bodyPr/>
          <a:lstStyle>
            <a:lvl1pPr marL="0" indent="0" algn="ctr">
              <a:buNone/>
              <a:defRPr sz="1325" b="0">
                <a:latin typeface="+mn-lt"/>
              </a:defRPr>
            </a:lvl1pPr>
          </a:lstStyle>
          <a:p>
            <a:pPr lvl="0"/>
            <a:r>
              <a:rPr kumimoji="1" lang="en-US" altLang="zh-CN" dirty="0"/>
              <a:t>TITLE</a:t>
            </a:r>
            <a:r>
              <a:rPr kumimoji="1" lang="zh-CN" altLang="en-US" dirty="0"/>
              <a:t> </a:t>
            </a:r>
            <a:r>
              <a:rPr kumimoji="1" lang="en-US" altLang="zh-CN" dirty="0"/>
              <a:t>HERE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副标题页">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l="61489" t="25058" r="12143" b="25081"/>
          <a:stretch>
            <a:fillRect/>
          </a:stretch>
        </p:blipFill>
        <p:spPr>
          <a:xfrm>
            <a:off x="3668989" y="1116362"/>
            <a:ext cx="4248107" cy="4247457"/>
          </a:xfrm>
          <a:prstGeom prst="ellipse">
            <a:avLst/>
          </a:prstGeom>
        </p:spPr>
      </p:pic>
      <p:sp>
        <p:nvSpPr>
          <p:cNvPr id="4" name="文本占位符 7"/>
          <p:cNvSpPr>
            <a:spLocks noGrp="1"/>
          </p:cNvSpPr>
          <p:nvPr>
            <p:ph type="body" sz="quarter" idx="10" hasCustomPrompt="1"/>
          </p:nvPr>
        </p:nvSpPr>
        <p:spPr>
          <a:xfrm>
            <a:off x="250726" y="208005"/>
            <a:ext cx="3121880" cy="368010"/>
          </a:xfrm>
          <a:prstGeom prst="rect">
            <a:avLst/>
          </a:prstGeom>
          <a:ln w="12700" cmpd="sng">
            <a:noFill/>
          </a:ln>
        </p:spPr>
        <p:txBody>
          <a:bodyPr vert="horz" anchor="ctr"/>
          <a:lstStyle>
            <a:lvl1pPr marL="0" indent="0" algn="l">
              <a:buNone/>
              <a:defRPr sz="1325" b="1">
                <a:latin typeface="微软雅黑" panose="020B0503020204020204" pitchFamily="34" charset="-122"/>
                <a:ea typeface="微软雅黑" panose="020B0503020204020204" pitchFamily="34" charset="-122"/>
                <a:cs typeface="微软雅黑" panose="020B0503020204020204" pitchFamily="34" charset="-122"/>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5" name="文本占位符 7"/>
          <p:cNvSpPr>
            <a:spLocks noGrp="1"/>
          </p:cNvSpPr>
          <p:nvPr>
            <p:ph type="body" sz="quarter" idx="11"/>
          </p:nvPr>
        </p:nvSpPr>
        <p:spPr>
          <a:xfrm>
            <a:off x="2198290" y="2334380"/>
            <a:ext cx="7125496" cy="1015607"/>
          </a:xfrm>
          <a:prstGeom prst="rect">
            <a:avLst/>
          </a:prstGeom>
          <a:ln w="12700" cmpd="sng">
            <a:noFill/>
          </a:ln>
        </p:spPr>
        <p:txBody>
          <a:bodyPr vert="horz" anchor="ctr"/>
          <a:lstStyle>
            <a:lvl1pPr marL="0" indent="0" algn="ctr">
              <a:buNone/>
              <a:defRPr sz="5670" b="1">
                <a:latin typeface="微软雅黑" panose="020B0503020204020204" pitchFamily="34" charset="-122"/>
                <a:ea typeface="微软雅黑" panose="020B0503020204020204" pitchFamily="34" charset="-122"/>
                <a:cs typeface="微软雅黑" panose="020B0503020204020204" pitchFamily="34" charset="-122"/>
              </a:defRPr>
            </a:lvl1pPr>
          </a:lstStyle>
          <a:p>
            <a:pPr lvl="0"/>
            <a:endParaRPr kumimoji="1" lang="zh-CN" altLang="en-US" dirty="0"/>
          </a:p>
        </p:txBody>
      </p:sp>
      <p:sp>
        <p:nvSpPr>
          <p:cNvPr id="6" name="文本占位符 7"/>
          <p:cNvSpPr>
            <a:spLocks noGrp="1"/>
          </p:cNvSpPr>
          <p:nvPr>
            <p:ph type="body" sz="quarter" idx="12"/>
          </p:nvPr>
        </p:nvSpPr>
        <p:spPr>
          <a:xfrm>
            <a:off x="2198290" y="3349985"/>
            <a:ext cx="7125496" cy="668735"/>
          </a:xfrm>
          <a:prstGeom prst="rect">
            <a:avLst/>
          </a:prstGeom>
          <a:ln w="12700" cmpd="sng">
            <a:noFill/>
          </a:ln>
        </p:spPr>
        <p:txBody>
          <a:bodyPr vert="horz" anchor="ctr"/>
          <a:lstStyle>
            <a:lvl1pPr marL="0" indent="0" algn="ctr">
              <a:buNone/>
              <a:defRPr sz="4160" b="0">
                <a:latin typeface="微软雅黑" panose="020B0503020204020204" pitchFamily="34" charset="-122"/>
                <a:ea typeface="微软雅黑" panose="020B0503020204020204" pitchFamily="34" charset="-122"/>
                <a:cs typeface="微软雅黑" panose="020B0503020204020204" pitchFamily="34" charset="-122"/>
              </a:defRPr>
            </a:lvl1pPr>
          </a:lstStyle>
          <a:p>
            <a:pPr lvl="0"/>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内容页_4">
    <p:spTree>
      <p:nvGrpSpPr>
        <p:cNvPr id="1" name=""/>
        <p:cNvGrpSpPr/>
        <p:nvPr/>
      </p:nvGrpSpPr>
      <p:grpSpPr>
        <a:xfrm>
          <a:off x="0" y="0"/>
          <a:ext cx="0" cy="0"/>
          <a:chOff x="0" y="0"/>
          <a:chExt cx="0" cy="0"/>
        </a:xfrm>
      </p:grpSpPr>
      <p:sp>
        <p:nvSpPr>
          <p:cNvPr id="5" name="文本占位符 7"/>
          <p:cNvSpPr>
            <a:spLocks noGrp="1"/>
          </p:cNvSpPr>
          <p:nvPr>
            <p:ph type="body" sz="quarter" idx="10" hasCustomPrompt="1"/>
          </p:nvPr>
        </p:nvSpPr>
        <p:spPr>
          <a:xfrm>
            <a:off x="250726" y="208005"/>
            <a:ext cx="3121880" cy="368010"/>
          </a:xfrm>
          <a:prstGeom prst="rect">
            <a:avLst/>
          </a:prstGeom>
          <a:ln w="12700" cmpd="sng">
            <a:noFill/>
          </a:ln>
        </p:spPr>
        <p:txBody>
          <a:bodyPr vert="horz" anchor="ctr"/>
          <a:lstStyle>
            <a:lvl1pPr marL="0" indent="0" algn="l">
              <a:buNone/>
              <a:defRPr sz="1325" b="1">
                <a:latin typeface="微软雅黑" panose="020B0503020204020204" pitchFamily="34" charset="-122"/>
                <a:ea typeface="微软雅黑" panose="020B0503020204020204" pitchFamily="34" charset="-122"/>
                <a:cs typeface="微软雅黑" panose="020B0503020204020204" pitchFamily="34" charset="-122"/>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txStyles>
    <p:titleStyle>
      <a:lvl1pPr algn="ctr" defTabSz="1176655" rtl="0" eaLnBrk="1" latinLnBrk="0" hangingPunct="1">
        <a:spcBef>
          <a:spcPct val="0"/>
        </a:spcBef>
        <a:buNone/>
        <a:defRPr sz="5700" kern="1200">
          <a:solidFill>
            <a:schemeClr val="tx1"/>
          </a:solidFill>
          <a:latin typeface="+mj-lt"/>
          <a:ea typeface="+mj-ea"/>
          <a:cs typeface="+mj-cs"/>
        </a:defRPr>
      </a:lvl1pPr>
    </p:titleStyle>
    <p:bodyStyle>
      <a:lvl1pPr marL="441325" indent="-441325" algn="l" defTabSz="1176655" rtl="0" eaLnBrk="1" latinLnBrk="0" hangingPunct="1">
        <a:spcBef>
          <a:spcPct val="20000"/>
        </a:spcBef>
        <a:buFont typeface="Arial" panose="020B0604020202020204" pitchFamily="34" charset="0"/>
        <a:buChar char="•"/>
        <a:defRPr sz="4100" kern="1200">
          <a:solidFill>
            <a:schemeClr val="tx1"/>
          </a:solidFill>
          <a:latin typeface="+mn-lt"/>
          <a:ea typeface="+mn-ea"/>
          <a:cs typeface="+mn-cs"/>
        </a:defRPr>
      </a:lvl1pPr>
      <a:lvl2pPr marL="956310" indent="-367665" algn="l" defTabSz="1176655"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2pPr>
      <a:lvl3pPr marL="1471295" indent="-294005" algn="l" defTabSz="1176655"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3pPr>
      <a:lvl4pPr marL="2059305" indent="-294005" algn="l" defTabSz="1176655"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4pPr>
      <a:lvl5pPr marL="2647950" indent="-294005" algn="l" defTabSz="1176655"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5pPr>
      <a:lvl6pPr marL="3236595" indent="-294005" algn="l" defTabSz="1176655"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6pPr>
      <a:lvl7pPr marL="3825240" indent="-294005" algn="l" defTabSz="1176655"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7pPr>
      <a:lvl8pPr marL="4413250" indent="-294005" algn="l" defTabSz="1176655"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8pPr>
      <a:lvl9pPr marL="5001895" indent="-294005" algn="l" defTabSz="1176655"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9pPr>
    </p:bodyStyle>
    <p:otherStyle>
      <a:defPPr>
        <a:defRPr lang="zh-CN"/>
      </a:defPPr>
      <a:lvl1pPr marL="0" algn="l" defTabSz="1176655" rtl="0" eaLnBrk="1" latinLnBrk="0" hangingPunct="1">
        <a:defRPr sz="2300" kern="1200">
          <a:solidFill>
            <a:schemeClr val="tx1"/>
          </a:solidFill>
          <a:latin typeface="+mn-lt"/>
          <a:ea typeface="+mn-ea"/>
          <a:cs typeface="+mn-cs"/>
        </a:defRPr>
      </a:lvl1pPr>
      <a:lvl2pPr marL="588645" algn="l" defTabSz="1176655" rtl="0" eaLnBrk="1" latinLnBrk="0" hangingPunct="1">
        <a:defRPr sz="2300" kern="1200">
          <a:solidFill>
            <a:schemeClr val="tx1"/>
          </a:solidFill>
          <a:latin typeface="+mn-lt"/>
          <a:ea typeface="+mn-ea"/>
          <a:cs typeface="+mn-cs"/>
        </a:defRPr>
      </a:lvl2pPr>
      <a:lvl3pPr marL="1176655" algn="l" defTabSz="1176655" rtl="0" eaLnBrk="1" latinLnBrk="0" hangingPunct="1">
        <a:defRPr sz="2300" kern="1200">
          <a:solidFill>
            <a:schemeClr val="tx1"/>
          </a:solidFill>
          <a:latin typeface="+mn-lt"/>
          <a:ea typeface="+mn-ea"/>
          <a:cs typeface="+mn-cs"/>
        </a:defRPr>
      </a:lvl3pPr>
      <a:lvl4pPr marL="1765300" algn="l" defTabSz="1176655" rtl="0" eaLnBrk="1" latinLnBrk="0" hangingPunct="1">
        <a:defRPr sz="2300" kern="1200">
          <a:solidFill>
            <a:schemeClr val="tx1"/>
          </a:solidFill>
          <a:latin typeface="+mn-lt"/>
          <a:ea typeface="+mn-ea"/>
          <a:cs typeface="+mn-cs"/>
        </a:defRPr>
      </a:lvl4pPr>
      <a:lvl5pPr marL="2353945" algn="l" defTabSz="1176655" rtl="0" eaLnBrk="1" latinLnBrk="0" hangingPunct="1">
        <a:defRPr sz="2300" kern="1200">
          <a:solidFill>
            <a:schemeClr val="tx1"/>
          </a:solidFill>
          <a:latin typeface="+mn-lt"/>
          <a:ea typeface="+mn-ea"/>
          <a:cs typeface="+mn-cs"/>
        </a:defRPr>
      </a:lvl5pPr>
      <a:lvl6pPr marL="2942590" algn="l" defTabSz="1176655" rtl="0" eaLnBrk="1" latinLnBrk="0" hangingPunct="1">
        <a:defRPr sz="2300" kern="1200">
          <a:solidFill>
            <a:schemeClr val="tx1"/>
          </a:solidFill>
          <a:latin typeface="+mn-lt"/>
          <a:ea typeface="+mn-ea"/>
          <a:cs typeface="+mn-cs"/>
        </a:defRPr>
      </a:lvl6pPr>
      <a:lvl7pPr marL="3530600" algn="l" defTabSz="1176655" rtl="0" eaLnBrk="1" latinLnBrk="0" hangingPunct="1">
        <a:defRPr sz="2300" kern="1200">
          <a:solidFill>
            <a:schemeClr val="tx1"/>
          </a:solidFill>
          <a:latin typeface="+mn-lt"/>
          <a:ea typeface="+mn-ea"/>
          <a:cs typeface="+mn-cs"/>
        </a:defRPr>
      </a:lvl7pPr>
      <a:lvl8pPr marL="4119245" algn="l" defTabSz="1176655" rtl="0" eaLnBrk="1" latinLnBrk="0" hangingPunct="1">
        <a:defRPr sz="2300" kern="1200">
          <a:solidFill>
            <a:schemeClr val="tx1"/>
          </a:solidFill>
          <a:latin typeface="+mn-lt"/>
          <a:ea typeface="+mn-ea"/>
          <a:cs typeface="+mn-cs"/>
        </a:defRPr>
      </a:lvl8pPr>
      <a:lvl9pPr marL="4707890" algn="l" defTabSz="1176655" rtl="0" eaLnBrk="1" latinLnBrk="0" hangingPunct="1">
        <a:defRPr sz="2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17649" y="1928187"/>
            <a:ext cx="13753528" cy="2016224"/>
          </a:xfrm>
          <a:prstGeom prst="rect">
            <a:avLst/>
          </a:prstGeom>
          <a:solidFill>
            <a:srgbClr val="008B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印品黑体" panose="00000500000000000000" pitchFamily="2" charset="-122"/>
              <a:ea typeface="印品黑体" panose="00000500000000000000" pitchFamily="2" charset="-122"/>
            </a:endParaRPr>
          </a:p>
        </p:txBody>
      </p:sp>
      <p:grpSp>
        <p:nvGrpSpPr>
          <p:cNvPr id="23" name="组合 22"/>
          <p:cNvGrpSpPr/>
          <p:nvPr/>
        </p:nvGrpSpPr>
        <p:grpSpPr>
          <a:xfrm>
            <a:off x="3447509" y="724500"/>
            <a:ext cx="4378912" cy="4378912"/>
            <a:chOff x="4082917" y="940873"/>
            <a:chExt cx="3955398" cy="3955398"/>
          </a:xfrm>
        </p:grpSpPr>
        <p:sp>
          <p:nvSpPr>
            <p:cNvPr id="5" name="Oval 3"/>
            <p:cNvSpPr/>
            <p:nvPr/>
          </p:nvSpPr>
          <p:spPr>
            <a:xfrm>
              <a:off x="4218041" y="1091688"/>
              <a:ext cx="3692380" cy="3692380"/>
            </a:xfrm>
            <a:prstGeom prst="ellipse">
              <a:avLst/>
            </a:prstGeom>
            <a:solidFill>
              <a:srgbClr val="00355C"/>
            </a:solidFill>
            <a:ln>
              <a:solidFill>
                <a:srgbClr val="CCE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10" name="Oval 3"/>
            <p:cNvSpPr/>
            <p:nvPr/>
          </p:nvSpPr>
          <p:spPr>
            <a:xfrm>
              <a:off x="4082917" y="940873"/>
              <a:ext cx="3955398" cy="3955398"/>
            </a:xfrm>
            <a:prstGeom prst="ellipse">
              <a:avLst/>
            </a:prstGeom>
            <a:noFill/>
            <a:ln>
              <a:solidFill>
                <a:srgbClr val="CCEC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grpSp>
      <p:sp>
        <p:nvSpPr>
          <p:cNvPr id="8" name="矩形 7"/>
          <p:cNvSpPr/>
          <p:nvPr/>
        </p:nvSpPr>
        <p:spPr>
          <a:xfrm>
            <a:off x="2301240" y="3138805"/>
            <a:ext cx="6945630" cy="707886"/>
          </a:xfrm>
          <a:prstGeom prst="rect">
            <a:avLst/>
          </a:prstGeom>
        </p:spPr>
        <p:txBody>
          <a:bodyPr wrap="square">
            <a:spAutoFit/>
          </a:bodyPr>
          <a:lstStyle/>
          <a:p>
            <a:pPr lvl="0" algn="ctr">
              <a:defRPr>
                <a:uFillTx/>
              </a:defRPr>
            </a:pPr>
            <a:r>
              <a:rPr lang="zh-CN" altLang="en-US" sz="4000" b="1" dirty="0">
                <a:solidFill>
                  <a:schemeClr val="bg1"/>
                </a:solidFill>
                <a:uFill>
                  <a:solidFill>
                    <a:srgbClr val="FFFFFF"/>
                  </a:solidFill>
                </a:uFill>
                <a:latin typeface="印品黑体" panose="00000500000000000000" pitchFamily="2" charset="-122"/>
                <a:ea typeface="印品黑体" panose="00000500000000000000" pitchFamily="2" charset="-122"/>
                <a:sym typeface="Bebas Neue"/>
              </a:rPr>
              <a:t>柔性仿生机器鱼</a:t>
            </a:r>
            <a:endParaRPr lang="zh-CN" altLang="en-US" sz="4000" b="1" dirty="0">
              <a:solidFill>
                <a:schemeClr val="bg1"/>
              </a:solidFill>
              <a:uFill>
                <a:solidFill>
                  <a:srgbClr val="FFFFFF"/>
                </a:solidFill>
              </a:uFill>
              <a:latin typeface="印品黑体" panose="00000500000000000000" pitchFamily="2" charset="-122"/>
              <a:ea typeface="印品黑体" panose="00000500000000000000" pitchFamily="2" charset="-122"/>
              <a:sym typeface="Bebas Neue"/>
            </a:endParaRPr>
          </a:p>
        </p:txBody>
      </p:sp>
      <p:sp>
        <p:nvSpPr>
          <p:cNvPr id="16" name="Freeform 5"/>
          <p:cNvSpPr>
            <a:spLocks noEditPoints="1"/>
          </p:cNvSpPr>
          <p:nvPr/>
        </p:nvSpPr>
        <p:spPr bwMode="auto">
          <a:xfrm>
            <a:off x="4920736" y="1537804"/>
            <a:ext cx="1440160" cy="1630218"/>
          </a:xfrm>
          <a:custGeom>
            <a:avLst/>
            <a:gdLst>
              <a:gd name="T0" fmla="*/ 666 w 907"/>
              <a:gd name="T1" fmla="*/ 33 h 1034"/>
              <a:gd name="T2" fmla="*/ 236 w 907"/>
              <a:gd name="T3" fmla="*/ 68 h 1034"/>
              <a:gd name="T4" fmla="*/ 77 w 907"/>
              <a:gd name="T5" fmla="*/ 272 h 1034"/>
              <a:gd name="T6" fmla="*/ 78 w 907"/>
              <a:gd name="T7" fmla="*/ 399 h 1034"/>
              <a:gd name="T8" fmla="*/ 81 w 907"/>
              <a:gd name="T9" fmla="*/ 411 h 1034"/>
              <a:gd name="T10" fmla="*/ 44 w 907"/>
              <a:gd name="T11" fmla="*/ 468 h 1034"/>
              <a:gd name="T12" fmla="*/ 16 w 907"/>
              <a:gd name="T13" fmla="*/ 509 h 1034"/>
              <a:gd name="T14" fmla="*/ 16 w 907"/>
              <a:gd name="T15" fmla="*/ 510 h 1034"/>
              <a:gd name="T16" fmla="*/ 42 w 907"/>
              <a:gd name="T17" fmla="*/ 624 h 1034"/>
              <a:gd name="T18" fmla="*/ 57 w 907"/>
              <a:gd name="T19" fmla="*/ 677 h 1034"/>
              <a:gd name="T20" fmla="*/ 86 w 907"/>
              <a:gd name="T21" fmla="*/ 749 h 1034"/>
              <a:gd name="T22" fmla="*/ 85 w 907"/>
              <a:gd name="T23" fmla="*/ 800 h 1034"/>
              <a:gd name="T24" fmla="*/ 195 w 907"/>
              <a:gd name="T25" fmla="*/ 892 h 1034"/>
              <a:gd name="T26" fmla="*/ 281 w 907"/>
              <a:gd name="T27" fmla="*/ 958 h 1034"/>
              <a:gd name="T28" fmla="*/ 713 w 907"/>
              <a:gd name="T29" fmla="*/ 1034 h 1034"/>
              <a:gd name="T30" fmla="*/ 791 w 907"/>
              <a:gd name="T31" fmla="*/ 940 h 1034"/>
              <a:gd name="T32" fmla="*/ 766 w 907"/>
              <a:gd name="T33" fmla="*/ 735 h 1034"/>
              <a:gd name="T34" fmla="*/ 896 w 907"/>
              <a:gd name="T35" fmla="*/ 481 h 1034"/>
              <a:gd name="T36" fmla="*/ 814 w 907"/>
              <a:gd name="T37" fmla="*/ 136 h 1034"/>
              <a:gd name="T38" fmla="*/ 723 w 907"/>
              <a:gd name="T39" fmla="*/ 699 h 1034"/>
              <a:gd name="T40" fmla="*/ 736 w 907"/>
              <a:gd name="T41" fmla="*/ 949 h 1034"/>
              <a:gd name="T42" fmla="*/ 713 w 907"/>
              <a:gd name="T43" fmla="*/ 978 h 1034"/>
              <a:gd name="T44" fmla="*/ 337 w 907"/>
              <a:gd name="T45" fmla="*/ 955 h 1034"/>
              <a:gd name="T46" fmla="*/ 300 w 907"/>
              <a:gd name="T47" fmla="*/ 814 h 1034"/>
              <a:gd name="T48" fmla="*/ 195 w 907"/>
              <a:gd name="T49" fmla="*/ 837 h 1034"/>
              <a:gd name="T50" fmla="*/ 116 w 907"/>
              <a:gd name="T51" fmla="*/ 697 h 1034"/>
              <a:gd name="T52" fmla="*/ 126 w 907"/>
              <a:gd name="T53" fmla="*/ 655 h 1034"/>
              <a:gd name="T54" fmla="*/ 99 w 907"/>
              <a:gd name="T55" fmla="*/ 640 h 1034"/>
              <a:gd name="T56" fmla="*/ 108 w 907"/>
              <a:gd name="T57" fmla="*/ 598 h 1034"/>
              <a:gd name="T58" fmla="*/ 75 w 907"/>
              <a:gd name="T59" fmla="*/ 579 h 1034"/>
              <a:gd name="T60" fmla="*/ 63 w 907"/>
              <a:gd name="T61" fmla="*/ 539 h 1034"/>
              <a:gd name="T62" fmla="*/ 128 w 907"/>
              <a:gd name="T63" fmla="*/ 440 h 1034"/>
              <a:gd name="T64" fmla="*/ 132 w 907"/>
              <a:gd name="T65" fmla="*/ 387 h 1034"/>
              <a:gd name="T66" fmla="*/ 131 w 907"/>
              <a:gd name="T67" fmla="*/ 286 h 1034"/>
              <a:gd name="T68" fmla="*/ 841 w 907"/>
              <a:gd name="T69" fmla="*/ 473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07" h="1034">
                <a:moveTo>
                  <a:pt x="814" y="136"/>
                </a:moveTo>
                <a:cubicBezTo>
                  <a:pt x="775" y="91"/>
                  <a:pt x="726" y="56"/>
                  <a:pt x="666" y="33"/>
                </a:cubicBezTo>
                <a:cubicBezTo>
                  <a:pt x="613" y="11"/>
                  <a:pt x="552" y="0"/>
                  <a:pt x="490" y="0"/>
                </a:cubicBezTo>
                <a:cubicBezTo>
                  <a:pt x="399" y="0"/>
                  <a:pt x="308" y="24"/>
                  <a:pt x="236" y="68"/>
                </a:cubicBezTo>
                <a:cubicBezTo>
                  <a:pt x="196" y="92"/>
                  <a:pt x="163" y="120"/>
                  <a:pt x="137" y="153"/>
                </a:cubicBezTo>
                <a:cubicBezTo>
                  <a:pt x="108" y="189"/>
                  <a:pt x="88" y="229"/>
                  <a:pt x="77" y="272"/>
                </a:cubicBezTo>
                <a:cubicBezTo>
                  <a:pt x="68" y="310"/>
                  <a:pt x="67" y="352"/>
                  <a:pt x="75" y="387"/>
                </a:cubicBezTo>
                <a:cubicBezTo>
                  <a:pt x="78" y="399"/>
                  <a:pt x="78" y="399"/>
                  <a:pt x="78" y="399"/>
                </a:cubicBezTo>
                <a:cubicBezTo>
                  <a:pt x="78" y="403"/>
                  <a:pt x="79" y="406"/>
                  <a:pt x="80" y="409"/>
                </a:cubicBezTo>
                <a:cubicBezTo>
                  <a:pt x="80" y="410"/>
                  <a:pt x="80" y="410"/>
                  <a:pt x="81" y="411"/>
                </a:cubicBezTo>
                <a:cubicBezTo>
                  <a:pt x="78" y="416"/>
                  <a:pt x="78" y="416"/>
                  <a:pt x="78" y="416"/>
                </a:cubicBezTo>
                <a:cubicBezTo>
                  <a:pt x="70" y="433"/>
                  <a:pt x="58" y="450"/>
                  <a:pt x="44" y="468"/>
                </a:cubicBezTo>
                <a:cubicBezTo>
                  <a:pt x="35" y="481"/>
                  <a:pt x="25" y="494"/>
                  <a:pt x="16" y="509"/>
                </a:cubicBezTo>
                <a:cubicBezTo>
                  <a:pt x="16" y="509"/>
                  <a:pt x="16" y="509"/>
                  <a:pt x="16" y="509"/>
                </a:cubicBezTo>
                <a:cubicBezTo>
                  <a:pt x="16" y="509"/>
                  <a:pt x="16" y="509"/>
                  <a:pt x="16" y="509"/>
                </a:cubicBezTo>
                <a:cubicBezTo>
                  <a:pt x="16" y="510"/>
                  <a:pt x="16" y="510"/>
                  <a:pt x="16" y="510"/>
                </a:cubicBezTo>
                <a:cubicBezTo>
                  <a:pt x="3" y="530"/>
                  <a:pt x="0" y="555"/>
                  <a:pt x="7" y="578"/>
                </a:cubicBezTo>
                <a:cubicBezTo>
                  <a:pt x="12" y="597"/>
                  <a:pt x="25" y="613"/>
                  <a:pt x="42" y="624"/>
                </a:cubicBezTo>
                <a:cubicBezTo>
                  <a:pt x="40" y="638"/>
                  <a:pt x="43" y="652"/>
                  <a:pt x="49" y="665"/>
                </a:cubicBezTo>
                <a:cubicBezTo>
                  <a:pt x="51" y="669"/>
                  <a:pt x="54" y="674"/>
                  <a:pt x="57" y="677"/>
                </a:cubicBezTo>
                <a:cubicBezTo>
                  <a:pt x="55" y="696"/>
                  <a:pt x="60" y="714"/>
                  <a:pt x="71" y="730"/>
                </a:cubicBezTo>
                <a:cubicBezTo>
                  <a:pt x="86" y="749"/>
                  <a:pt x="86" y="749"/>
                  <a:pt x="86" y="749"/>
                </a:cubicBezTo>
                <a:cubicBezTo>
                  <a:pt x="86" y="752"/>
                  <a:pt x="86" y="755"/>
                  <a:pt x="85" y="758"/>
                </a:cubicBezTo>
                <a:cubicBezTo>
                  <a:pt x="85" y="770"/>
                  <a:pt x="84" y="785"/>
                  <a:pt x="85" y="800"/>
                </a:cubicBezTo>
                <a:cubicBezTo>
                  <a:pt x="88" y="825"/>
                  <a:pt x="97" y="845"/>
                  <a:pt x="112" y="860"/>
                </a:cubicBezTo>
                <a:cubicBezTo>
                  <a:pt x="132" y="881"/>
                  <a:pt x="160" y="892"/>
                  <a:pt x="195" y="892"/>
                </a:cubicBezTo>
                <a:cubicBezTo>
                  <a:pt x="218" y="892"/>
                  <a:pt x="244" y="888"/>
                  <a:pt x="276" y="879"/>
                </a:cubicBezTo>
                <a:cubicBezTo>
                  <a:pt x="278" y="899"/>
                  <a:pt x="280" y="925"/>
                  <a:pt x="281" y="958"/>
                </a:cubicBezTo>
                <a:cubicBezTo>
                  <a:pt x="283" y="1000"/>
                  <a:pt x="318" y="1034"/>
                  <a:pt x="361" y="1034"/>
                </a:cubicBezTo>
                <a:cubicBezTo>
                  <a:pt x="713" y="1034"/>
                  <a:pt x="713" y="1034"/>
                  <a:pt x="713" y="1034"/>
                </a:cubicBezTo>
                <a:cubicBezTo>
                  <a:pt x="736" y="1034"/>
                  <a:pt x="759" y="1023"/>
                  <a:pt x="774" y="1005"/>
                </a:cubicBezTo>
                <a:cubicBezTo>
                  <a:pt x="789" y="987"/>
                  <a:pt x="795" y="963"/>
                  <a:pt x="791" y="940"/>
                </a:cubicBezTo>
                <a:cubicBezTo>
                  <a:pt x="759" y="759"/>
                  <a:pt x="759" y="759"/>
                  <a:pt x="759" y="759"/>
                </a:cubicBezTo>
                <a:cubicBezTo>
                  <a:pt x="758" y="751"/>
                  <a:pt x="760" y="742"/>
                  <a:pt x="766" y="735"/>
                </a:cubicBezTo>
                <a:cubicBezTo>
                  <a:pt x="792" y="704"/>
                  <a:pt x="821" y="668"/>
                  <a:pt x="845" y="625"/>
                </a:cubicBezTo>
                <a:cubicBezTo>
                  <a:pt x="872" y="578"/>
                  <a:pt x="888" y="531"/>
                  <a:pt x="896" y="481"/>
                </a:cubicBezTo>
                <a:cubicBezTo>
                  <a:pt x="907" y="410"/>
                  <a:pt x="905" y="344"/>
                  <a:pt x="890" y="285"/>
                </a:cubicBezTo>
                <a:cubicBezTo>
                  <a:pt x="876" y="228"/>
                  <a:pt x="850" y="178"/>
                  <a:pt x="814" y="136"/>
                </a:cubicBezTo>
                <a:close/>
                <a:moveTo>
                  <a:pt x="841" y="473"/>
                </a:moveTo>
                <a:cubicBezTo>
                  <a:pt x="826" y="567"/>
                  <a:pt x="777" y="635"/>
                  <a:pt x="723" y="699"/>
                </a:cubicBezTo>
                <a:cubicBezTo>
                  <a:pt x="707" y="718"/>
                  <a:pt x="700" y="744"/>
                  <a:pt x="704" y="769"/>
                </a:cubicBezTo>
                <a:cubicBezTo>
                  <a:pt x="736" y="949"/>
                  <a:pt x="736" y="949"/>
                  <a:pt x="736" y="949"/>
                </a:cubicBezTo>
                <a:cubicBezTo>
                  <a:pt x="738" y="956"/>
                  <a:pt x="736" y="964"/>
                  <a:pt x="731" y="969"/>
                </a:cubicBezTo>
                <a:cubicBezTo>
                  <a:pt x="727" y="975"/>
                  <a:pt x="720" y="978"/>
                  <a:pt x="713" y="978"/>
                </a:cubicBezTo>
                <a:cubicBezTo>
                  <a:pt x="361" y="978"/>
                  <a:pt x="361" y="978"/>
                  <a:pt x="361" y="978"/>
                </a:cubicBezTo>
                <a:cubicBezTo>
                  <a:pt x="348" y="978"/>
                  <a:pt x="337" y="968"/>
                  <a:pt x="337" y="955"/>
                </a:cubicBezTo>
                <a:cubicBezTo>
                  <a:pt x="334" y="894"/>
                  <a:pt x="330" y="856"/>
                  <a:pt x="328" y="835"/>
                </a:cubicBezTo>
                <a:cubicBezTo>
                  <a:pt x="327" y="825"/>
                  <a:pt x="314" y="814"/>
                  <a:pt x="300" y="814"/>
                </a:cubicBezTo>
                <a:cubicBezTo>
                  <a:pt x="297" y="814"/>
                  <a:pt x="295" y="815"/>
                  <a:pt x="292" y="816"/>
                </a:cubicBezTo>
                <a:cubicBezTo>
                  <a:pt x="249" y="830"/>
                  <a:pt x="217" y="837"/>
                  <a:pt x="195" y="837"/>
                </a:cubicBezTo>
                <a:cubicBezTo>
                  <a:pt x="109" y="837"/>
                  <a:pt x="154" y="748"/>
                  <a:pt x="137" y="725"/>
                </a:cubicBezTo>
                <a:cubicBezTo>
                  <a:pt x="116" y="697"/>
                  <a:pt x="116" y="697"/>
                  <a:pt x="116" y="697"/>
                </a:cubicBezTo>
                <a:cubicBezTo>
                  <a:pt x="111" y="689"/>
                  <a:pt x="111" y="680"/>
                  <a:pt x="115" y="672"/>
                </a:cubicBezTo>
                <a:cubicBezTo>
                  <a:pt x="126" y="655"/>
                  <a:pt x="126" y="655"/>
                  <a:pt x="126" y="655"/>
                </a:cubicBezTo>
                <a:cubicBezTo>
                  <a:pt x="112" y="652"/>
                  <a:pt x="112" y="652"/>
                  <a:pt x="112" y="652"/>
                </a:cubicBezTo>
                <a:cubicBezTo>
                  <a:pt x="107" y="650"/>
                  <a:pt x="102" y="646"/>
                  <a:pt x="99" y="640"/>
                </a:cubicBezTo>
                <a:cubicBezTo>
                  <a:pt x="96" y="635"/>
                  <a:pt x="96" y="629"/>
                  <a:pt x="98" y="623"/>
                </a:cubicBezTo>
                <a:cubicBezTo>
                  <a:pt x="108" y="598"/>
                  <a:pt x="108" y="598"/>
                  <a:pt x="108" y="598"/>
                </a:cubicBezTo>
                <a:cubicBezTo>
                  <a:pt x="109" y="596"/>
                  <a:pt x="108" y="593"/>
                  <a:pt x="106" y="592"/>
                </a:cubicBezTo>
                <a:cubicBezTo>
                  <a:pt x="75" y="579"/>
                  <a:pt x="75" y="579"/>
                  <a:pt x="75" y="579"/>
                </a:cubicBezTo>
                <a:cubicBezTo>
                  <a:pt x="68" y="575"/>
                  <a:pt x="62" y="569"/>
                  <a:pt x="60" y="562"/>
                </a:cubicBezTo>
                <a:cubicBezTo>
                  <a:pt x="58" y="554"/>
                  <a:pt x="59" y="546"/>
                  <a:pt x="63" y="539"/>
                </a:cubicBezTo>
                <a:cubicBezTo>
                  <a:pt x="63" y="538"/>
                  <a:pt x="63" y="538"/>
                  <a:pt x="63" y="538"/>
                </a:cubicBezTo>
                <a:cubicBezTo>
                  <a:pt x="84" y="505"/>
                  <a:pt x="111" y="475"/>
                  <a:pt x="128" y="440"/>
                </a:cubicBezTo>
                <a:cubicBezTo>
                  <a:pt x="136" y="425"/>
                  <a:pt x="136" y="425"/>
                  <a:pt x="136" y="425"/>
                </a:cubicBezTo>
                <a:cubicBezTo>
                  <a:pt x="141" y="415"/>
                  <a:pt x="134" y="398"/>
                  <a:pt x="132" y="387"/>
                </a:cubicBezTo>
                <a:cubicBezTo>
                  <a:pt x="129" y="375"/>
                  <a:pt x="129" y="375"/>
                  <a:pt x="129" y="375"/>
                </a:cubicBezTo>
                <a:cubicBezTo>
                  <a:pt x="123" y="347"/>
                  <a:pt x="124" y="313"/>
                  <a:pt x="131" y="286"/>
                </a:cubicBezTo>
                <a:cubicBezTo>
                  <a:pt x="168" y="139"/>
                  <a:pt x="330" y="56"/>
                  <a:pt x="490" y="56"/>
                </a:cubicBezTo>
                <a:cubicBezTo>
                  <a:pt x="689" y="56"/>
                  <a:pt x="885" y="183"/>
                  <a:pt x="841" y="473"/>
                </a:cubicBezTo>
                <a:close/>
              </a:path>
            </a:pathLst>
          </a:custGeom>
          <a:solidFill>
            <a:schemeClr val="bg1"/>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dirty="0">
              <a:ln>
                <a:noFill/>
              </a:ln>
              <a:solidFill>
                <a:sysClr val="windowText" lastClr="000000"/>
              </a:solidFill>
              <a:effectLst/>
              <a:uLnTx/>
              <a:uFillTx/>
              <a:latin typeface="印品黑体" panose="00000500000000000000" pitchFamily="2" charset="-122"/>
            </a:endParaRPr>
          </a:p>
        </p:txBody>
      </p:sp>
      <p:grpSp>
        <p:nvGrpSpPr>
          <p:cNvPr id="24" name="组合 23"/>
          <p:cNvGrpSpPr/>
          <p:nvPr/>
        </p:nvGrpSpPr>
        <p:grpSpPr>
          <a:xfrm>
            <a:off x="6025391" y="1207830"/>
            <a:ext cx="536475" cy="530106"/>
            <a:chOff x="6015218" y="1320674"/>
            <a:chExt cx="536475" cy="530106"/>
          </a:xfrm>
          <a:solidFill>
            <a:schemeClr val="bg1"/>
          </a:solidFill>
        </p:grpSpPr>
        <p:sp>
          <p:nvSpPr>
            <p:cNvPr id="17" name="Freeform 6"/>
            <p:cNvSpPr>
              <a:spLocks noEditPoints="1"/>
            </p:cNvSpPr>
            <p:nvPr/>
          </p:nvSpPr>
          <p:spPr bwMode="auto">
            <a:xfrm>
              <a:off x="6015218" y="1320674"/>
              <a:ext cx="536475" cy="530106"/>
            </a:xfrm>
            <a:custGeom>
              <a:avLst/>
              <a:gdLst>
                <a:gd name="T0" fmla="*/ 192 w 337"/>
                <a:gd name="T1" fmla="*/ 36 h 336"/>
                <a:gd name="T2" fmla="*/ 234 w 337"/>
                <a:gd name="T3" fmla="*/ 68 h 336"/>
                <a:gd name="T4" fmla="*/ 253 w 337"/>
                <a:gd name="T5" fmla="*/ 54 h 336"/>
                <a:gd name="T6" fmla="*/ 279 w 337"/>
                <a:gd name="T7" fmla="*/ 74 h 336"/>
                <a:gd name="T8" fmla="*/ 268 w 337"/>
                <a:gd name="T9" fmla="*/ 102 h 336"/>
                <a:gd name="T10" fmla="*/ 301 w 337"/>
                <a:gd name="T11" fmla="*/ 144 h 336"/>
                <a:gd name="T12" fmla="*/ 313 w 337"/>
                <a:gd name="T13" fmla="*/ 180 h 336"/>
                <a:gd name="T14" fmla="*/ 286 w 337"/>
                <a:gd name="T15" fmla="*/ 192 h 336"/>
                <a:gd name="T16" fmla="*/ 279 w 337"/>
                <a:gd name="T17" fmla="*/ 244 h 336"/>
                <a:gd name="T18" fmla="*/ 262 w 337"/>
                <a:gd name="T19" fmla="*/ 278 h 336"/>
                <a:gd name="T20" fmla="*/ 245 w 337"/>
                <a:gd name="T21" fmla="*/ 278 h 336"/>
                <a:gd name="T22" fmla="*/ 192 w 337"/>
                <a:gd name="T23" fmla="*/ 286 h 336"/>
                <a:gd name="T24" fmla="*/ 180 w 337"/>
                <a:gd name="T25" fmla="*/ 312 h 336"/>
                <a:gd name="T26" fmla="*/ 144 w 337"/>
                <a:gd name="T27" fmla="*/ 300 h 336"/>
                <a:gd name="T28" fmla="*/ 102 w 337"/>
                <a:gd name="T29" fmla="*/ 268 h 336"/>
                <a:gd name="T30" fmla="*/ 84 w 337"/>
                <a:gd name="T31" fmla="*/ 282 h 336"/>
                <a:gd name="T32" fmla="*/ 58 w 337"/>
                <a:gd name="T33" fmla="*/ 261 h 336"/>
                <a:gd name="T34" fmla="*/ 69 w 337"/>
                <a:gd name="T35" fmla="*/ 234 h 336"/>
                <a:gd name="T36" fmla="*/ 36 w 337"/>
                <a:gd name="T37" fmla="*/ 192 h 336"/>
                <a:gd name="T38" fmla="*/ 24 w 337"/>
                <a:gd name="T39" fmla="*/ 156 h 336"/>
                <a:gd name="T40" fmla="*/ 51 w 337"/>
                <a:gd name="T41" fmla="*/ 144 h 336"/>
                <a:gd name="T42" fmla="*/ 58 w 337"/>
                <a:gd name="T43" fmla="*/ 91 h 336"/>
                <a:gd name="T44" fmla="*/ 75 w 337"/>
                <a:gd name="T45" fmla="*/ 57 h 336"/>
                <a:gd name="T46" fmla="*/ 92 w 337"/>
                <a:gd name="T47" fmla="*/ 57 h 336"/>
                <a:gd name="T48" fmla="*/ 144 w 337"/>
                <a:gd name="T49" fmla="*/ 50 h 336"/>
                <a:gd name="T50" fmla="*/ 156 w 337"/>
                <a:gd name="T51" fmla="*/ 24 h 336"/>
                <a:gd name="T52" fmla="*/ 180 w 337"/>
                <a:gd name="T53" fmla="*/ 0 h 336"/>
                <a:gd name="T54" fmla="*/ 121 w 337"/>
                <a:gd name="T55" fmla="*/ 32 h 336"/>
                <a:gd name="T56" fmla="*/ 84 w 337"/>
                <a:gd name="T57" fmla="*/ 30 h 336"/>
                <a:gd name="T58" fmla="*/ 41 w 337"/>
                <a:gd name="T59" fmla="*/ 57 h 336"/>
                <a:gd name="T60" fmla="*/ 39 w 337"/>
                <a:gd name="T61" fmla="*/ 106 h 336"/>
                <a:gd name="T62" fmla="*/ 0 w 337"/>
                <a:gd name="T63" fmla="*/ 156 h 336"/>
                <a:gd name="T64" fmla="*/ 33 w 337"/>
                <a:gd name="T65" fmla="*/ 216 h 336"/>
                <a:gd name="T66" fmla="*/ 31 w 337"/>
                <a:gd name="T67" fmla="*/ 253 h 336"/>
                <a:gd name="T68" fmla="*/ 58 w 337"/>
                <a:gd name="T69" fmla="*/ 295 h 336"/>
                <a:gd name="T70" fmla="*/ 106 w 337"/>
                <a:gd name="T71" fmla="*/ 298 h 336"/>
                <a:gd name="T72" fmla="*/ 156 w 337"/>
                <a:gd name="T73" fmla="*/ 336 h 336"/>
                <a:gd name="T74" fmla="*/ 216 w 337"/>
                <a:gd name="T75" fmla="*/ 304 h 336"/>
                <a:gd name="T76" fmla="*/ 253 w 337"/>
                <a:gd name="T77" fmla="*/ 306 h 336"/>
                <a:gd name="T78" fmla="*/ 296 w 337"/>
                <a:gd name="T79" fmla="*/ 278 h 336"/>
                <a:gd name="T80" fmla="*/ 298 w 337"/>
                <a:gd name="T81" fmla="*/ 230 h 336"/>
                <a:gd name="T82" fmla="*/ 337 w 337"/>
                <a:gd name="T83" fmla="*/ 180 h 336"/>
                <a:gd name="T84" fmla="*/ 304 w 337"/>
                <a:gd name="T85" fmla="*/ 120 h 336"/>
                <a:gd name="T86" fmla="*/ 306 w 337"/>
                <a:gd name="T87" fmla="*/ 83 h 336"/>
                <a:gd name="T88" fmla="*/ 279 w 337"/>
                <a:gd name="T89" fmla="*/ 40 h 336"/>
                <a:gd name="T90" fmla="*/ 231 w 337"/>
                <a:gd name="T91" fmla="*/ 38 h 336"/>
                <a:gd name="T92" fmla="*/ 180 w 337"/>
                <a:gd name="T93"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37" h="336">
                  <a:moveTo>
                    <a:pt x="180" y="24"/>
                  </a:moveTo>
                  <a:cubicBezTo>
                    <a:pt x="187" y="24"/>
                    <a:pt x="192" y="29"/>
                    <a:pt x="192" y="36"/>
                  </a:cubicBezTo>
                  <a:cubicBezTo>
                    <a:pt x="192" y="50"/>
                    <a:pt x="192" y="50"/>
                    <a:pt x="192" y="50"/>
                  </a:cubicBezTo>
                  <a:cubicBezTo>
                    <a:pt x="208" y="53"/>
                    <a:pt x="222" y="60"/>
                    <a:pt x="234" y="68"/>
                  </a:cubicBezTo>
                  <a:cubicBezTo>
                    <a:pt x="245" y="57"/>
                    <a:pt x="245" y="57"/>
                    <a:pt x="245" y="57"/>
                  </a:cubicBezTo>
                  <a:cubicBezTo>
                    <a:pt x="247" y="55"/>
                    <a:pt x="250" y="54"/>
                    <a:pt x="253" y="54"/>
                  </a:cubicBezTo>
                  <a:cubicBezTo>
                    <a:pt x="256" y="54"/>
                    <a:pt x="260" y="55"/>
                    <a:pt x="262" y="57"/>
                  </a:cubicBezTo>
                  <a:cubicBezTo>
                    <a:pt x="279" y="74"/>
                    <a:pt x="279" y="74"/>
                    <a:pt x="279" y="74"/>
                  </a:cubicBezTo>
                  <a:cubicBezTo>
                    <a:pt x="284" y="79"/>
                    <a:pt x="284" y="87"/>
                    <a:pt x="279" y="91"/>
                  </a:cubicBezTo>
                  <a:cubicBezTo>
                    <a:pt x="268" y="102"/>
                    <a:pt x="268" y="102"/>
                    <a:pt x="268" y="102"/>
                  </a:cubicBezTo>
                  <a:cubicBezTo>
                    <a:pt x="277" y="114"/>
                    <a:pt x="283" y="129"/>
                    <a:pt x="286" y="144"/>
                  </a:cubicBezTo>
                  <a:cubicBezTo>
                    <a:pt x="301" y="144"/>
                    <a:pt x="301" y="144"/>
                    <a:pt x="301" y="144"/>
                  </a:cubicBezTo>
                  <a:cubicBezTo>
                    <a:pt x="307" y="144"/>
                    <a:pt x="313" y="149"/>
                    <a:pt x="313" y="156"/>
                  </a:cubicBezTo>
                  <a:cubicBezTo>
                    <a:pt x="313" y="180"/>
                    <a:pt x="313" y="180"/>
                    <a:pt x="313" y="180"/>
                  </a:cubicBezTo>
                  <a:cubicBezTo>
                    <a:pt x="313" y="187"/>
                    <a:pt x="307" y="192"/>
                    <a:pt x="301" y="192"/>
                  </a:cubicBezTo>
                  <a:cubicBezTo>
                    <a:pt x="286" y="192"/>
                    <a:pt x="286" y="192"/>
                    <a:pt x="286" y="192"/>
                  </a:cubicBezTo>
                  <a:cubicBezTo>
                    <a:pt x="283" y="207"/>
                    <a:pt x="277" y="221"/>
                    <a:pt x="268" y="234"/>
                  </a:cubicBezTo>
                  <a:cubicBezTo>
                    <a:pt x="279" y="244"/>
                    <a:pt x="279" y="244"/>
                    <a:pt x="279" y="244"/>
                  </a:cubicBezTo>
                  <a:cubicBezTo>
                    <a:pt x="284" y="249"/>
                    <a:pt x="284" y="257"/>
                    <a:pt x="279" y="261"/>
                  </a:cubicBezTo>
                  <a:cubicBezTo>
                    <a:pt x="262" y="278"/>
                    <a:pt x="262" y="278"/>
                    <a:pt x="262" y="278"/>
                  </a:cubicBezTo>
                  <a:cubicBezTo>
                    <a:pt x="260" y="281"/>
                    <a:pt x="256" y="282"/>
                    <a:pt x="253" y="282"/>
                  </a:cubicBezTo>
                  <a:cubicBezTo>
                    <a:pt x="250" y="282"/>
                    <a:pt x="247" y="281"/>
                    <a:pt x="245" y="278"/>
                  </a:cubicBezTo>
                  <a:cubicBezTo>
                    <a:pt x="234" y="268"/>
                    <a:pt x="234" y="268"/>
                    <a:pt x="234" y="268"/>
                  </a:cubicBezTo>
                  <a:cubicBezTo>
                    <a:pt x="222" y="276"/>
                    <a:pt x="208" y="282"/>
                    <a:pt x="192" y="286"/>
                  </a:cubicBezTo>
                  <a:cubicBezTo>
                    <a:pt x="192" y="300"/>
                    <a:pt x="192" y="300"/>
                    <a:pt x="192" y="300"/>
                  </a:cubicBezTo>
                  <a:cubicBezTo>
                    <a:pt x="192" y="307"/>
                    <a:pt x="187" y="312"/>
                    <a:pt x="180" y="312"/>
                  </a:cubicBezTo>
                  <a:cubicBezTo>
                    <a:pt x="156" y="312"/>
                    <a:pt x="156" y="312"/>
                    <a:pt x="156" y="312"/>
                  </a:cubicBezTo>
                  <a:cubicBezTo>
                    <a:pt x="150" y="312"/>
                    <a:pt x="144" y="307"/>
                    <a:pt x="144" y="300"/>
                  </a:cubicBezTo>
                  <a:cubicBezTo>
                    <a:pt x="144" y="286"/>
                    <a:pt x="144" y="286"/>
                    <a:pt x="144" y="286"/>
                  </a:cubicBezTo>
                  <a:cubicBezTo>
                    <a:pt x="129" y="282"/>
                    <a:pt x="115" y="276"/>
                    <a:pt x="102" y="268"/>
                  </a:cubicBezTo>
                  <a:cubicBezTo>
                    <a:pt x="92" y="278"/>
                    <a:pt x="92" y="278"/>
                    <a:pt x="92" y="278"/>
                  </a:cubicBezTo>
                  <a:cubicBezTo>
                    <a:pt x="90" y="281"/>
                    <a:pt x="87" y="282"/>
                    <a:pt x="84" y="282"/>
                  </a:cubicBezTo>
                  <a:cubicBezTo>
                    <a:pt x="80" y="282"/>
                    <a:pt x="77" y="281"/>
                    <a:pt x="75" y="278"/>
                  </a:cubicBezTo>
                  <a:cubicBezTo>
                    <a:pt x="58" y="261"/>
                    <a:pt x="58" y="261"/>
                    <a:pt x="58" y="261"/>
                  </a:cubicBezTo>
                  <a:cubicBezTo>
                    <a:pt x="53" y="257"/>
                    <a:pt x="53" y="249"/>
                    <a:pt x="58" y="244"/>
                  </a:cubicBezTo>
                  <a:cubicBezTo>
                    <a:pt x="69" y="234"/>
                    <a:pt x="69" y="234"/>
                    <a:pt x="69" y="234"/>
                  </a:cubicBezTo>
                  <a:cubicBezTo>
                    <a:pt x="60" y="221"/>
                    <a:pt x="54" y="207"/>
                    <a:pt x="51" y="192"/>
                  </a:cubicBezTo>
                  <a:cubicBezTo>
                    <a:pt x="36" y="192"/>
                    <a:pt x="36" y="192"/>
                    <a:pt x="36" y="192"/>
                  </a:cubicBezTo>
                  <a:cubicBezTo>
                    <a:pt x="30" y="192"/>
                    <a:pt x="24" y="187"/>
                    <a:pt x="24" y="180"/>
                  </a:cubicBezTo>
                  <a:cubicBezTo>
                    <a:pt x="24" y="156"/>
                    <a:pt x="24" y="156"/>
                    <a:pt x="24" y="156"/>
                  </a:cubicBezTo>
                  <a:cubicBezTo>
                    <a:pt x="24" y="149"/>
                    <a:pt x="30" y="144"/>
                    <a:pt x="36" y="144"/>
                  </a:cubicBezTo>
                  <a:cubicBezTo>
                    <a:pt x="51" y="144"/>
                    <a:pt x="51" y="144"/>
                    <a:pt x="51" y="144"/>
                  </a:cubicBezTo>
                  <a:cubicBezTo>
                    <a:pt x="54" y="129"/>
                    <a:pt x="60" y="114"/>
                    <a:pt x="69" y="102"/>
                  </a:cubicBezTo>
                  <a:cubicBezTo>
                    <a:pt x="58" y="91"/>
                    <a:pt x="58" y="91"/>
                    <a:pt x="58" y="91"/>
                  </a:cubicBezTo>
                  <a:cubicBezTo>
                    <a:pt x="53" y="87"/>
                    <a:pt x="53" y="79"/>
                    <a:pt x="58" y="74"/>
                  </a:cubicBezTo>
                  <a:cubicBezTo>
                    <a:pt x="75" y="57"/>
                    <a:pt x="75" y="57"/>
                    <a:pt x="75" y="57"/>
                  </a:cubicBezTo>
                  <a:cubicBezTo>
                    <a:pt x="77" y="55"/>
                    <a:pt x="80" y="54"/>
                    <a:pt x="84" y="54"/>
                  </a:cubicBezTo>
                  <a:cubicBezTo>
                    <a:pt x="87" y="54"/>
                    <a:pt x="90" y="55"/>
                    <a:pt x="92" y="57"/>
                  </a:cubicBezTo>
                  <a:cubicBezTo>
                    <a:pt x="102" y="68"/>
                    <a:pt x="102" y="68"/>
                    <a:pt x="102" y="68"/>
                  </a:cubicBezTo>
                  <a:cubicBezTo>
                    <a:pt x="115" y="60"/>
                    <a:pt x="129" y="53"/>
                    <a:pt x="144" y="50"/>
                  </a:cubicBezTo>
                  <a:cubicBezTo>
                    <a:pt x="144" y="36"/>
                    <a:pt x="144" y="36"/>
                    <a:pt x="144" y="36"/>
                  </a:cubicBezTo>
                  <a:cubicBezTo>
                    <a:pt x="144" y="29"/>
                    <a:pt x="150" y="24"/>
                    <a:pt x="156" y="24"/>
                  </a:cubicBezTo>
                  <a:cubicBezTo>
                    <a:pt x="180" y="24"/>
                    <a:pt x="180" y="24"/>
                    <a:pt x="180" y="24"/>
                  </a:cubicBezTo>
                  <a:moveTo>
                    <a:pt x="180" y="0"/>
                  </a:moveTo>
                  <a:cubicBezTo>
                    <a:pt x="156" y="0"/>
                    <a:pt x="156" y="0"/>
                    <a:pt x="156" y="0"/>
                  </a:cubicBezTo>
                  <a:cubicBezTo>
                    <a:pt x="138" y="0"/>
                    <a:pt x="123" y="14"/>
                    <a:pt x="121" y="32"/>
                  </a:cubicBezTo>
                  <a:cubicBezTo>
                    <a:pt x="116" y="34"/>
                    <a:pt x="111" y="36"/>
                    <a:pt x="106" y="38"/>
                  </a:cubicBezTo>
                  <a:cubicBezTo>
                    <a:pt x="100" y="33"/>
                    <a:pt x="92" y="30"/>
                    <a:pt x="84" y="30"/>
                  </a:cubicBezTo>
                  <a:cubicBezTo>
                    <a:pt x="74" y="30"/>
                    <a:pt x="65" y="34"/>
                    <a:pt x="58" y="40"/>
                  </a:cubicBezTo>
                  <a:cubicBezTo>
                    <a:pt x="41" y="57"/>
                    <a:pt x="41" y="57"/>
                    <a:pt x="41" y="57"/>
                  </a:cubicBezTo>
                  <a:cubicBezTo>
                    <a:pt x="34" y="64"/>
                    <a:pt x="31" y="73"/>
                    <a:pt x="31" y="83"/>
                  </a:cubicBezTo>
                  <a:cubicBezTo>
                    <a:pt x="31" y="91"/>
                    <a:pt x="33" y="99"/>
                    <a:pt x="39" y="106"/>
                  </a:cubicBezTo>
                  <a:cubicBezTo>
                    <a:pt x="36" y="110"/>
                    <a:pt x="34" y="115"/>
                    <a:pt x="33" y="120"/>
                  </a:cubicBezTo>
                  <a:cubicBezTo>
                    <a:pt x="15" y="122"/>
                    <a:pt x="0" y="137"/>
                    <a:pt x="0" y="156"/>
                  </a:cubicBezTo>
                  <a:cubicBezTo>
                    <a:pt x="0" y="180"/>
                    <a:pt x="0" y="180"/>
                    <a:pt x="0" y="180"/>
                  </a:cubicBezTo>
                  <a:cubicBezTo>
                    <a:pt x="0" y="199"/>
                    <a:pt x="15" y="214"/>
                    <a:pt x="33" y="216"/>
                  </a:cubicBezTo>
                  <a:cubicBezTo>
                    <a:pt x="34" y="221"/>
                    <a:pt x="36" y="225"/>
                    <a:pt x="39" y="230"/>
                  </a:cubicBezTo>
                  <a:cubicBezTo>
                    <a:pt x="33" y="236"/>
                    <a:pt x="31" y="244"/>
                    <a:pt x="31" y="253"/>
                  </a:cubicBezTo>
                  <a:cubicBezTo>
                    <a:pt x="31" y="262"/>
                    <a:pt x="34" y="271"/>
                    <a:pt x="41" y="278"/>
                  </a:cubicBezTo>
                  <a:cubicBezTo>
                    <a:pt x="58" y="295"/>
                    <a:pt x="58" y="295"/>
                    <a:pt x="58" y="295"/>
                  </a:cubicBezTo>
                  <a:cubicBezTo>
                    <a:pt x="65" y="302"/>
                    <a:pt x="74" y="306"/>
                    <a:pt x="84" y="306"/>
                  </a:cubicBezTo>
                  <a:cubicBezTo>
                    <a:pt x="92" y="306"/>
                    <a:pt x="100" y="303"/>
                    <a:pt x="106" y="298"/>
                  </a:cubicBezTo>
                  <a:cubicBezTo>
                    <a:pt x="111" y="300"/>
                    <a:pt x="116" y="302"/>
                    <a:pt x="121" y="304"/>
                  </a:cubicBezTo>
                  <a:cubicBezTo>
                    <a:pt x="123" y="322"/>
                    <a:pt x="138" y="336"/>
                    <a:pt x="156" y="336"/>
                  </a:cubicBezTo>
                  <a:cubicBezTo>
                    <a:pt x="180" y="336"/>
                    <a:pt x="180" y="336"/>
                    <a:pt x="180" y="336"/>
                  </a:cubicBezTo>
                  <a:cubicBezTo>
                    <a:pt x="199" y="336"/>
                    <a:pt x="214" y="322"/>
                    <a:pt x="216" y="304"/>
                  </a:cubicBezTo>
                  <a:cubicBezTo>
                    <a:pt x="221" y="302"/>
                    <a:pt x="226" y="300"/>
                    <a:pt x="231" y="298"/>
                  </a:cubicBezTo>
                  <a:cubicBezTo>
                    <a:pt x="237" y="303"/>
                    <a:pt x="245" y="306"/>
                    <a:pt x="253" y="306"/>
                  </a:cubicBezTo>
                  <a:cubicBezTo>
                    <a:pt x="263" y="306"/>
                    <a:pt x="272" y="302"/>
                    <a:pt x="279" y="295"/>
                  </a:cubicBezTo>
                  <a:cubicBezTo>
                    <a:pt x="296" y="278"/>
                    <a:pt x="296" y="278"/>
                    <a:pt x="296" y="278"/>
                  </a:cubicBezTo>
                  <a:cubicBezTo>
                    <a:pt x="303" y="271"/>
                    <a:pt x="306" y="262"/>
                    <a:pt x="306" y="253"/>
                  </a:cubicBezTo>
                  <a:cubicBezTo>
                    <a:pt x="306" y="244"/>
                    <a:pt x="304" y="236"/>
                    <a:pt x="298" y="230"/>
                  </a:cubicBezTo>
                  <a:cubicBezTo>
                    <a:pt x="301" y="225"/>
                    <a:pt x="303" y="221"/>
                    <a:pt x="304" y="216"/>
                  </a:cubicBezTo>
                  <a:cubicBezTo>
                    <a:pt x="322" y="214"/>
                    <a:pt x="337" y="199"/>
                    <a:pt x="337" y="180"/>
                  </a:cubicBezTo>
                  <a:cubicBezTo>
                    <a:pt x="337" y="156"/>
                    <a:pt x="337" y="156"/>
                    <a:pt x="337" y="156"/>
                  </a:cubicBezTo>
                  <a:cubicBezTo>
                    <a:pt x="337" y="137"/>
                    <a:pt x="322" y="122"/>
                    <a:pt x="304" y="120"/>
                  </a:cubicBezTo>
                  <a:cubicBezTo>
                    <a:pt x="303" y="115"/>
                    <a:pt x="301" y="110"/>
                    <a:pt x="298" y="106"/>
                  </a:cubicBezTo>
                  <a:cubicBezTo>
                    <a:pt x="304" y="99"/>
                    <a:pt x="306" y="91"/>
                    <a:pt x="306" y="83"/>
                  </a:cubicBezTo>
                  <a:cubicBezTo>
                    <a:pt x="306" y="73"/>
                    <a:pt x="303" y="64"/>
                    <a:pt x="296" y="57"/>
                  </a:cubicBezTo>
                  <a:cubicBezTo>
                    <a:pt x="279" y="40"/>
                    <a:pt x="279" y="40"/>
                    <a:pt x="279" y="40"/>
                  </a:cubicBezTo>
                  <a:cubicBezTo>
                    <a:pt x="272" y="34"/>
                    <a:pt x="263" y="30"/>
                    <a:pt x="253" y="30"/>
                  </a:cubicBezTo>
                  <a:cubicBezTo>
                    <a:pt x="245" y="30"/>
                    <a:pt x="237" y="33"/>
                    <a:pt x="231" y="38"/>
                  </a:cubicBezTo>
                  <a:cubicBezTo>
                    <a:pt x="226" y="36"/>
                    <a:pt x="221" y="34"/>
                    <a:pt x="216" y="32"/>
                  </a:cubicBezTo>
                  <a:cubicBezTo>
                    <a:pt x="214" y="14"/>
                    <a:pt x="199" y="0"/>
                    <a:pt x="18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dirty="0">
                <a:ln>
                  <a:noFill/>
                </a:ln>
                <a:solidFill>
                  <a:sysClr val="windowText" lastClr="000000"/>
                </a:solidFill>
                <a:effectLst/>
                <a:uLnTx/>
                <a:uFillTx/>
                <a:latin typeface="印品黑体" panose="00000500000000000000" pitchFamily="2" charset="-122"/>
              </a:endParaRPr>
            </a:p>
          </p:txBody>
        </p:sp>
        <p:sp>
          <p:nvSpPr>
            <p:cNvPr id="18" name="Freeform 7"/>
            <p:cNvSpPr>
              <a:spLocks noEditPoints="1"/>
            </p:cNvSpPr>
            <p:nvPr/>
          </p:nvSpPr>
          <p:spPr bwMode="auto">
            <a:xfrm>
              <a:off x="6158660" y="1463176"/>
              <a:ext cx="249590" cy="245103"/>
            </a:xfrm>
            <a:custGeom>
              <a:avLst/>
              <a:gdLst>
                <a:gd name="T0" fmla="*/ 78 w 157"/>
                <a:gd name="T1" fmla="*/ 156 h 156"/>
                <a:gd name="T2" fmla="*/ 0 w 157"/>
                <a:gd name="T3" fmla="*/ 78 h 156"/>
                <a:gd name="T4" fmla="*/ 78 w 157"/>
                <a:gd name="T5" fmla="*/ 0 h 156"/>
                <a:gd name="T6" fmla="*/ 157 w 157"/>
                <a:gd name="T7" fmla="*/ 78 h 156"/>
                <a:gd name="T8" fmla="*/ 78 w 157"/>
                <a:gd name="T9" fmla="*/ 156 h 156"/>
                <a:gd name="T10" fmla="*/ 78 w 157"/>
                <a:gd name="T11" fmla="*/ 12 h 156"/>
                <a:gd name="T12" fmla="*/ 12 w 157"/>
                <a:gd name="T13" fmla="*/ 78 h 156"/>
                <a:gd name="T14" fmla="*/ 78 w 157"/>
                <a:gd name="T15" fmla="*/ 144 h 156"/>
                <a:gd name="T16" fmla="*/ 145 w 157"/>
                <a:gd name="T17" fmla="*/ 78 h 156"/>
                <a:gd name="T18" fmla="*/ 78 w 157"/>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7" h="156">
                  <a:moveTo>
                    <a:pt x="78" y="156"/>
                  </a:moveTo>
                  <a:cubicBezTo>
                    <a:pt x="35" y="156"/>
                    <a:pt x="0" y="121"/>
                    <a:pt x="0" y="78"/>
                  </a:cubicBezTo>
                  <a:cubicBezTo>
                    <a:pt x="0" y="35"/>
                    <a:pt x="35" y="0"/>
                    <a:pt x="78" y="0"/>
                  </a:cubicBezTo>
                  <a:cubicBezTo>
                    <a:pt x="122" y="0"/>
                    <a:pt x="157" y="35"/>
                    <a:pt x="157" y="78"/>
                  </a:cubicBezTo>
                  <a:cubicBezTo>
                    <a:pt x="157" y="121"/>
                    <a:pt x="122" y="156"/>
                    <a:pt x="78" y="156"/>
                  </a:cubicBezTo>
                  <a:close/>
                  <a:moveTo>
                    <a:pt x="78" y="12"/>
                  </a:moveTo>
                  <a:cubicBezTo>
                    <a:pt x="42" y="12"/>
                    <a:pt x="12" y="41"/>
                    <a:pt x="12" y="78"/>
                  </a:cubicBezTo>
                  <a:cubicBezTo>
                    <a:pt x="12" y="114"/>
                    <a:pt x="42" y="144"/>
                    <a:pt x="78" y="144"/>
                  </a:cubicBezTo>
                  <a:cubicBezTo>
                    <a:pt x="115" y="144"/>
                    <a:pt x="145" y="114"/>
                    <a:pt x="145" y="78"/>
                  </a:cubicBezTo>
                  <a:cubicBezTo>
                    <a:pt x="145" y="41"/>
                    <a:pt x="115" y="12"/>
                    <a:pt x="7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dirty="0">
                <a:ln>
                  <a:noFill/>
                </a:ln>
                <a:solidFill>
                  <a:sysClr val="windowText" lastClr="000000"/>
                </a:solidFill>
                <a:effectLst/>
                <a:uLnTx/>
                <a:uFillTx/>
                <a:latin typeface="印品黑体" panose="00000500000000000000" pitchFamily="2" charset="-122"/>
              </a:endParaRPr>
            </a:p>
          </p:txBody>
        </p:sp>
        <p:sp>
          <p:nvSpPr>
            <p:cNvPr id="19" name="Freeform 8"/>
            <p:cNvSpPr>
              <a:spLocks noEditPoints="1"/>
            </p:cNvSpPr>
            <p:nvPr/>
          </p:nvSpPr>
          <p:spPr bwMode="auto">
            <a:xfrm>
              <a:off x="6216037" y="1520176"/>
              <a:ext cx="134837" cy="131101"/>
            </a:xfrm>
            <a:custGeom>
              <a:avLst/>
              <a:gdLst>
                <a:gd name="T0" fmla="*/ 42 w 85"/>
                <a:gd name="T1" fmla="*/ 84 h 84"/>
                <a:gd name="T2" fmla="*/ 0 w 85"/>
                <a:gd name="T3" fmla="*/ 42 h 84"/>
                <a:gd name="T4" fmla="*/ 42 w 85"/>
                <a:gd name="T5" fmla="*/ 0 h 84"/>
                <a:gd name="T6" fmla="*/ 85 w 85"/>
                <a:gd name="T7" fmla="*/ 42 h 84"/>
                <a:gd name="T8" fmla="*/ 42 w 85"/>
                <a:gd name="T9" fmla="*/ 84 h 84"/>
                <a:gd name="T10" fmla="*/ 42 w 85"/>
                <a:gd name="T11" fmla="*/ 12 h 84"/>
                <a:gd name="T12" fmla="*/ 12 w 85"/>
                <a:gd name="T13" fmla="*/ 42 h 84"/>
                <a:gd name="T14" fmla="*/ 42 w 85"/>
                <a:gd name="T15" fmla="*/ 72 h 84"/>
                <a:gd name="T16" fmla="*/ 73 w 85"/>
                <a:gd name="T17" fmla="*/ 42 h 84"/>
                <a:gd name="T18" fmla="*/ 42 w 85"/>
                <a:gd name="T19" fmla="*/ 1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84">
                  <a:moveTo>
                    <a:pt x="42" y="84"/>
                  </a:moveTo>
                  <a:cubicBezTo>
                    <a:pt x="19" y="84"/>
                    <a:pt x="0" y="65"/>
                    <a:pt x="0" y="42"/>
                  </a:cubicBezTo>
                  <a:cubicBezTo>
                    <a:pt x="0" y="19"/>
                    <a:pt x="19" y="0"/>
                    <a:pt x="42" y="0"/>
                  </a:cubicBezTo>
                  <a:cubicBezTo>
                    <a:pt x="66" y="0"/>
                    <a:pt x="85" y="19"/>
                    <a:pt x="85" y="42"/>
                  </a:cubicBezTo>
                  <a:cubicBezTo>
                    <a:pt x="85" y="65"/>
                    <a:pt x="66" y="84"/>
                    <a:pt x="42" y="84"/>
                  </a:cubicBezTo>
                  <a:close/>
                  <a:moveTo>
                    <a:pt x="42" y="12"/>
                  </a:moveTo>
                  <a:cubicBezTo>
                    <a:pt x="26" y="12"/>
                    <a:pt x="12" y="25"/>
                    <a:pt x="12" y="42"/>
                  </a:cubicBezTo>
                  <a:cubicBezTo>
                    <a:pt x="12" y="58"/>
                    <a:pt x="26" y="72"/>
                    <a:pt x="42" y="72"/>
                  </a:cubicBezTo>
                  <a:cubicBezTo>
                    <a:pt x="59" y="72"/>
                    <a:pt x="73" y="58"/>
                    <a:pt x="73" y="42"/>
                  </a:cubicBezTo>
                  <a:cubicBezTo>
                    <a:pt x="73" y="25"/>
                    <a:pt x="59" y="12"/>
                    <a:pt x="42"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dirty="0">
                <a:ln>
                  <a:noFill/>
                </a:ln>
                <a:solidFill>
                  <a:sysClr val="windowText" lastClr="000000"/>
                </a:solidFill>
                <a:effectLst/>
                <a:uLnTx/>
                <a:uFillTx/>
                <a:latin typeface="印品黑体" panose="00000500000000000000" pitchFamily="2" charset="-122"/>
              </a:endParaRPr>
            </a:p>
          </p:txBody>
        </p:sp>
      </p:grpSp>
      <p:grpSp>
        <p:nvGrpSpPr>
          <p:cNvPr id="25" name="组合 24"/>
          <p:cNvGrpSpPr/>
          <p:nvPr/>
        </p:nvGrpSpPr>
        <p:grpSpPr>
          <a:xfrm>
            <a:off x="5319506" y="1717357"/>
            <a:ext cx="338524" cy="336304"/>
            <a:chOff x="5691039" y="1286474"/>
            <a:chExt cx="338524" cy="336304"/>
          </a:xfrm>
          <a:solidFill>
            <a:schemeClr val="bg1"/>
          </a:solidFill>
        </p:grpSpPr>
        <p:sp>
          <p:nvSpPr>
            <p:cNvPr id="20" name="Freeform 9"/>
            <p:cNvSpPr>
              <a:spLocks noEditPoints="1"/>
            </p:cNvSpPr>
            <p:nvPr/>
          </p:nvSpPr>
          <p:spPr bwMode="auto">
            <a:xfrm>
              <a:off x="5691039" y="1286474"/>
              <a:ext cx="338524" cy="336304"/>
            </a:xfrm>
            <a:custGeom>
              <a:avLst/>
              <a:gdLst>
                <a:gd name="T0" fmla="*/ 121 w 213"/>
                <a:gd name="T1" fmla="*/ 23 h 213"/>
                <a:gd name="T2" fmla="*/ 148 w 213"/>
                <a:gd name="T3" fmla="*/ 44 h 213"/>
                <a:gd name="T4" fmla="*/ 160 w 213"/>
                <a:gd name="T5" fmla="*/ 35 h 213"/>
                <a:gd name="T6" fmla="*/ 176 w 213"/>
                <a:gd name="T7" fmla="*/ 48 h 213"/>
                <a:gd name="T8" fmla="*/ 170 w 213"/>
                <a:gd name="T9" fmla="*/ 65 h 213"/>
                <a:gd name="T10" fmla="*/ 190 w 213"/>
                <a:gd name="T11" fmla="*/ 92 h 213"/>
                <a:gd name="T12" fmla="*/ 198 w 213"/>
                <a:gd name="T13" fmla="*/ 115 h 213"/>
                <a:gd name="T14" fmla="*/ 181 w 213"/>
                <a:gd name="T15" fmla="*/ 122 h 213"/>
                <a:gd name="T16" fmla="*/ 176 w 213"/>
                <a:gd name="T17" fmla="*/ 155 h 213"/>
                <a:gd name="T18" fmla="*/ 165 w 213"/>
                <a:gd name="T19" fmla="*/ 177 h 213"/>
                <a:gd name="T20" fmla="*/ 155 w 213"/>
                <a:gd name="T21" fmla="*/ 177 h 213"/>
                <a:gd name="T22" fmla="*/ 121 w 213"/>
                <a:gd name="T23" fmla="*/ 182 h 213"/>
                <a:gd name="T24" fmla="*/ 114 w 213"/>
                <a:gd name="T25" fmla="*/ 198 h 213"/>
                <a:gd name="T26" fmla="*/ 91 w 213"/>
                <a:gd name="T27" fmla="*/ 191 h 213"/>
                <a:gd name="T28" fmla="*/ 64 w 213"/>
                <a:gd name="T29" fmla="*/ 170 h 213"/>
                <a:gd name="T30" fmla="*/ 52 w 213"/>
                <a:gd name="T31" fmla="*/ 179 h 213"/>
                <a:gd name="T32" fmla="*/ 36 w 213"/>
                <a:gd name="T33" fmla="*/ 166 h 213"/>
                <a:gd name="T34" fmla="*/ 43 w 213"/>
                <a:gd name="T35" fmla="*/ 149 h 213"/>
                <a:gd name="T36" fmla="*/ 22 w 213"/>
                <a:gd name="T37" fmla="*/ 122 h 213"/>
                <a:gd name="T38" fmla="*/ 15 w 213"/>
                <a:gd name="T39" fmla="*/ 99 h 213"/>
                <a:gd name="T40" fmla="*/ 32 w 213"/>
                <a:gd name="T41" fmla="*/ 92 h 213"/>
                <a:gd name="T42" fmla="*/ 36 w 213"/>
                <a:gd name="T43" fmla="*/ 59 h 213"/>
                <a:gd name="T44" fmla="*/ 47 w 213"/>
                <a:gd name="T45" fmla="*/ 37 h 213"/>
                <a:gd name="T46" fmla="*/ 58 w 213"/>
                <a:gd name="T47" fmla="*/ 37 h 213"/>
                <a:gd name="T48" fmla="*/ 91 w 213"/>
                <a:gd name="T49" fmla="*/ 32 h 213"/>
                <a:gd name="T50" fmla="*/ 99 w 213"/>
                <a:gd name="T51" fmla="*/ 16 h 213"/>
                <a:gd name="T52" fmla="*/ 114 w 213"/>
                <a:gd name="T53" fmla="*/ 0 h 213"/>
                <a:gd name="T54" fmla="*/ 76 w 213"/>
                <a:gd name="T55" fmla="*/ 21 h 213"/>
                <a:gd name="T56" fmla="*/ 52 w 213"/>
                <a:gd name="T57" fmla="*/ 20 h 213"/>
                <a:gd name="T58" fmla="*/ 25 w 213"/>
                <a:gd name="T59" fmla="*/ 37 h 213"/>
                <a:gd name="T60" fmla="*/ 24 w 213"/>
                <a:gd name="T61" fmla="*/ 68 h 213"/>
                <a:gd name="T62" fmla="*/ 0 w 213"/>
                <a:gd name="T63" fmla="*/ 99 h 213"/>
                <a:gd name="T64" fmla="*/ 20 w 213"/>
                <a:gd name="T65" fmla="*/ 137 h 213"/>
                <a:gd name="T66" fmla="*/ 19 w 213"/>
                <a:gd name="T67" fmla="*/ 161 h 213"/>
                <a:gd name="T68" fmla="*/ 36 w 213"/>
                <a:gd name="T69" fmla="*/ 188 h 213"/>
                <a:gd name="T70" fmla="*/ 67 w 213"/>
                <a:gd name="T71" fmla="*/ 189 h 213"/>
                <a:gd name="T72" fmla="*/ 99 w 213"/>
                <a:gd name="T73" fmla="*/ 213 h 213"/>
                <a:gd name="T74" fmla="*/ 137 w 213"/>
                <a:gd name="T75" fmla="*/ 193 h 213"/>
                <a:gd name="T76" fmla="*/ 160 w 213"/>
                <a:gd name="T77" fmla="*/ 194 h 213"/>
                <a:gd name="T78" fmla="*/ 187 w 213"/>
                <a:gd name="T79" fmla="*/ 177 h 213"/>
                <a:gd name="T80" fmla="*/ 188 w 213"/>
                <a:gd name="T81" fmla="*/ 146 h 213"/>
                <a:gd name="T82" fmla="*/ 213 w 213"/>
                <a:gd name="T83" fmla="*/ 115 h 213"/>
                <a:gd name="T84" fmla="*/ 192 w 213"/>
                <a:gd name="T85" fmla="*/ 77 h 213"/>
                <a:gd name="T86" fmla="*/ 194 w 213"/>
                <a:gd name="T87" fmla="*/ 53 h 213"/>
                <a:gd name="T88" fmla="*/ 176 w 213"/>
                <a:gd name="T89" fmla="*/ 26 h 213"/>
                <a:gd name="T90" fmla="*/ 146 w 213"/>
                <a:gd name="T91" fmla="*/ 25 h 213"/>
                <a:gd name="T92" fmla="*/ 114 w 213"/>
                <a:gd name="T93" fmla="*/ 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13" h="213">
                  <a:moveTo>
                    <a:pt x="114" y="16"/>
                  </a:moveTo>
                  <a:cubicBezTo>
                    <a:pt x="118" y="16"/>
                    <a:pt x="121" y="19"/>
                    <a:pt x="121" y="23"/>
                  </a:cubicBezTo>
                  <a:cubicBezTo>
                    <a:pt x="121" y="32"/>
                    <a:pt x="121" y="32"/>
                    <a:pt x="121" y="32"/>
                  </a:cubicBezTo>
                  <a:cubicBezTo>
                    <a:pt x="131" y="34"/>
                    <a:pt x="140" y="38"/>
                    <a:pt x="148" y="44"/>
                  </a:cubicBezTo>
                  <a:cubicBezTo>
                    <a:pt x="155" y="37"/>
                    <a:pt x="155" y="37"/>
                    <a:pt x="155" y="37"/>
                  </a:cubicBezTo>
                  <a:cubicBezTo>
                    <a:pt x="156" y="35"/>
                    <a:pt x="158" y="35"/>
                    <a:pt x="160" y="35"/>
                  </a:cubicBezTo>
                  <a:cubicBezTo>
                    <a:pt x="162" y="35"/>
                    <a:pt x="164" y="35"/>
                    <a:pt x="165" y="37"/>
                  </a:cubicBezTo>
                  <a:cubicBezTo>
                    <a:pt x="176" y="48"/>
                    <a:pt x="176" y="48"/>
                    <a:pt x="176" y="48"/>
                  </a:cubicBezTo>
                  <a:cubicBezTo>
                    <a:pt x="179" y="51"/>
                    <a:pt x="179" y="56"/>
                    <a:pt x="176" y="59"/>
                  </a:cubicBezTo>
                  <a:cubicBezTo>
                    <a:pt x="170" y="65"/>
                    <a:pt x="170" y="65"/>
                    <a:pt x="170" y="65"/>
                  </a:cubicBezTo>
                  <a:cubicBezTo>
                    <a:pt x="175" y="73"/>
                    <a:pt x="179" y="82"/>
                    <a:pt x="181" y="92"/>
                  </a:cubicBezTo>
                  <a:cubicBezTo>
                    <a:pt x="190" y="92"/>
                    <a:pt x="190" y="92"/>
                    <a:pt x="190" y="92"/>
                  </a:cubicBezTo>
                  <a:cubicBezTo>
                    <a:pt x="194" y="92"/>
                    <a:pt x="198" y="95"/>
                    <a:pt x="198" y="99"/>
                  </a:cubicBezTo>
                  <a:cubicBezTo>
                    <a:pt x="198" y="115"/>
                    <a:pt x="198" y="115"/>
                    <a:pt x="198" y="115"/>
                  </a:cubicBezTo>
                  <a:cubicBezTo>
                    <a:pt x="198" y="119"/>
                    <a:pt x="194" y="122"/>
                    <a:pt x="190" y="122"/>
                  </a:cubicBezTo>
                  <a:cubicBezTo>
                    <a:pt x="181" y="122"/>
                    <a:pt x="181" y="122"/>
                    <a:pt x="181" y="122"/>
                  </a:cubicBezTo>
                  <a:cubicBezTo>
                    <a:pt x="179" y="132"/>
                    <a:pt x="175" y="141"/>
                    <a:pt x="170" y="149"/>
                  </a:cubicBezTo>
                  <a:cubicBezTo>
                    <a:pt x="176" y="155"/>
                    <a:pt x="176" y="155"/>
                    <a:pt x="176" y="155"/>
                  </a:cubicBezTo>
                  <a:cubicBezTo>
                    <a:pt x="179" y="158"/>
                    <a:pt x="179" y="163"/>
                    <a:pt x="176" y="166"/>
                  </a:cubicBezTo>
                  <a:cubicBezTo>
                    <a:pt x="165" y="177"/>
                    <a:pt x="165" y="177"/>
                    <a:pt x="165" y="177"/>
                  </a:cubicBezTo>
                  <a:cubicBezTo>
                    <a:pt x="164" y="178"/>
                    <a:pt x="162" y="179"/>
                    <a:pt x="160" y="179"/>
                  </a:cubicBezTo>
                  <a:cubicBezTo>
                    <a:pt x="158" y="179"/>
                    <a:pt x="156" y="178"/>
                    <a:pt x="155" y="177"/>
                  </a:cubicBezTo>
                  <a:cubicBezTo>
                    <a:pt x="148" y="170"/>
                    <a:pt x="148" y="170"/>
                    <a:pt x="148" y="170"/>
                  </a:cubicBezTo>
                  <a:cubicBezTo>
                    <a:pt x="140" y="176"/>
                    <a:pt x="131" y="180"/>
                    <a:pt x="121" y="182"/>
                  </a:cubicBezTo>
                  <a:cubicBezTo>
                    <a:pt x="121" y="191"/>
                    <a:pt x="121" y="191"/>
                    <a:pt x="121" y="191"/>
                  </a:cubicBezTo>
                  <a:cubicBezTo>
                    <a:pt x="121" y="195"/>
                    <a:pt x="118" y="198"/>
                    <a:pt x="114" y="198"/>
                  </a:cubicBezTo>
                  <a:cubicBezTo>
                    <a:pt x="99" y="198"/>
                    <a:pt x="99" y="198"/>
                    <a:pt x="99" y="198"/>
                  </a:cubicBezTo>
                  <a:cubicBezTo>
                    <a:pt x="94" y="198"/>
                    <a:pt x="91" y="195"/>
                    <a:pt x="91" y="191"/>
                  </a:cubicBezTo>
                  <a:cubicBezTo>
                    <a:pt x="91" y="182"/>
                    <a:pt x="91" y="182"/>
                    <a:pt x="91" y="182"/>
                  </a:cubicBezTo>
                  <a:cubicBezTo>
                    <a:pt x="81" y="180"/>
                    <a:pt x="72" y="176"/>
                    <a:pt x="64" y="170"/>
                  </a:cubicBezTo>
                  <a:cubicBezTo>
                    <a:pt x="58" y="177"/>
                    <a:pt x="58" y="177"/>
                    <a:pt x="58" y="177"/>
                  </a:cubicBezTo>
                  <a:cubicBezTo>
                    <a:pt x="56" y="178"/>
                    <a:pt x="54" y="179"/>
                    <a:pt x="52" y="179"/>
                  </a:cubicBezTo>
                  <a:cubicBezTo>
                    <a:pt x="50" y="179"/>
                    <a:pt x="48" y="178"/>
                    <a:pt x="47" y="177"/>
                  </a:cubicBezTo>
                  <a:cubicBezTo>
                    <a:pt x="36" y="166"/>
                    <a:pt x="36" y="166"/>
                    <a:pt x="36" y="166"/>
                  </a:cubicBezTo>
                  <a:cubicBezTo>
                    <a:pt x="33" y="163"/>
                    <a:pt x="33" y="158"/>
                    <a:pt x="36" y="155"/>
                  </a:cubicBezTo>
                  <a:cubicBezTo>
                    <a:pt x="43" y="149"/>
                    <a:pt x="43" y="149"/>
                    <a:pt x="43" y="149"/>
                  </a:cubicBezTo>
                  <a:cubicBezTo>
                    <a:pt x="38" y="141"/>
                    <a:pt x="34" y="132"/>
                    <a:pt x="32" y="122"/>
                  </a:cubicBezTo>
                  <a:cubicBezTo>
                    <a:pt x="22" y="122"/>
                    <a:pt x="22" y="122"/>
                    <a:pt x="22" y="122"/>
                  </a:cubicBezTo>
                  <a:cubicBezTo>
                    <a:pt x="18" y="122"/>
                    <a:pt x="15" y="119"/>
                    <a:pt x="15" y="115"/>
                  </a:cubicBezTo>
                  <a:cubicBezTo>
                    <a:pt x="15" y="99"/>
                    <a:pt x="15" y="99"/>
                    <a:pt x="15" y="99"/>
                  </a:cubicBezTo>
                  <a:cubicBezTo>
                    <a:pt x="15" y="95"/>
                    <a:pt x="18" y="92"/>
                    <a:pt x="22" y="92"/>
                  </a:cubicBezTo>
                  <a:cubicBezTo>
                    <a:pt x="32" y="92"/>
                    <a:pt x="32" y="92"/>
                    <a:pt x="32" y="92"/>
                  </a:cubicBezTo>
                  <a:cubicBezTo>
                    <a:pt x="34" y="82"/>
                    <a:pt x="38" y="73"/>
                    <a:pt x="43" y="65"/>
                  </a:cubicBezTo>
                  <a:cubicBezTo>
                    <a:pt x="36" y="59"/>
                    <a:pt x="36" y="59"/>
                    <a:pt x="36" y="59"/>
                  </a:cubicBezTo>
                  <a:cubicBezTo>
                    <a:pt x="33" y="56"/>
                    <a:pt x="33" y="51"/>
                    <a:pt x="36" y="48"/>
                  </a:cubicBezTo>
                  <a:cubicBezTo>
                    <a:pt x="47" y="37"/>
                    <a:pt x="47" y="37"/>
                    <a:pt x="47" y="37"/>
                  </a:cubicBezTo>
                  <a:cubicBezTo>
                    <a:pt x="48" y="35"/>
                    <a:pt x="50" y="35"/>
                    <a:pt x="52" y="35"/>
                  </a:cubicBezTo>
                  <a:cubicBezTo>
                    <a:pt x="54" y="35"/>
                    <a:pt x="56" y="35"/>
                    <a:pt x="58" y="37"/>
                  </a:cubicBezTo>
                  <a:cubicBezTo>
                    <a:pt x="64" y="44"/>
                    <a:pt x="64" y="44"/>
                    <a:pt x="64" y="44"/>
                  </a:cubicBezTo>
                  <a:cubicBezTo>
                    <a:pt x="72" y="38"/>
                    <a:pt x="81" y="34"/>
                    <a:pt x="91" y="32"/>
                  </a:cubicBezTo>
                  <a:cubicBezTo>
                    <a:pt x="91" y="23"/>
                    <a:pt x="91" y="23"/>
                    <a:pt x="91" y="23"/>
                  </a:cubicBezTo>
                  <a:cubicBezTo>
                    <a:pt x="91" y="19"/>
                    <a:pt x="94" y="16"/>
                    <a:pt x="99" y="16"/>
                  </a:cubicBezTo>
                  <a:cubicBezTo>
                    <a:pt x="114" y="16"/>
                    <a:pt x="114" y="16"/>
                    <a:pt x="114" y="16"/>
                  </a:cubicBezTo>
                  <a:moveTo>
                    <a:pt x="114" y="0"/>
                  </a:moveTo>
                  <a:cubicBezTo>
                    <a:pt x="99" y="0"/>
                    <a:pt x="99" y="0"/>
                    <a:pt x="99" y="0"/>
                  </a:cubicBezTo>
                  <a:cubicBezTo>
                    <a:pt x="87" y="0"/>
                    <a:pt x="77" y="9"/>
                    <a:pt x="76" y="21"/>
                  </a:cubicBezTo>
                  <a:cubicBezTo>
                    <a:pt x="73" y="22"/>
                    <a:pt x="70" y="23"/>
                    <a:pt x="67" y="25"/>
                  </a:cubicBezTo>
                  <a:cubicBezTo>
                    <a:pt x="63" y="21"/>
                    <a:pt x="58" y="20"/>
                    <a:pt x="52" y="20"/>
                  </a:cubicBezTo>
                  <a:cubicBezTo>
                    <a:pt x="46" y="20"/>
                    <a:pt x="41" y="22"/>
                    <a:pt x="36" y="26"/>
                  </a:cubicBezTo>
                  <a:cubicBezTo>
                    <a:pt x="25" y="37"/>
                    <a:pt x="25" y="37"/>
                    <a:pt x="25" y="37"/>
                  </a:cubicBezTo>
                  <a:cubicBezTo>
                    <a:pt x="21" y="41"/>
                    <a:pt x="19" y="47"/>
                    <a:pt x="19" y="53"/>
                  </a:cubicBezTo>
                  <a:cubicBezTo>
                    <a:pt x="19" y="58"/>
                    <a:pt x="21" y="64"/>
                    <a:pt x="24" y="68"/>
                  </a:cubicBezTo>
                  <a:cubicBezTo>
                    <a:pt x="23" y="71"/>
                    <a:pt x="21" y="74"/>
                    <a:pt x="20" y="77"/>
                  </a:cubicBezTo>
                  <a:cubicBezTo>
                    <a:pt x="9" y="78"/>
                    <a:pt x="0" y="88"/>
                    <a:pt x="0" y="99"/>
                  </a:cubicBezTo>
                  <a:cubicBezTo>
                    <a:pt x="0" y="115"/>
                    <a:pt x="0" y="115"/>
                    <a:pt x="0" y="115"/>
                  </a:cubicBezTo>
                  <a:cubicBezTo>
                    <a:pt x="0" y="126"/>
                    <a:pt x="9" y="136"/>
                    <a:pt x="20" y="137"/>
                  </a:cubicBezTo>
                  <a:cubicBezTo>
                    <a:pt x="21" y="140"/>
                    <a:pt x="23" y="143"/>
                    <a:pt x="24" y="146"/>
                  </a:cubicBezTo>
                  <a:cubicBezTo>
                    <a:pt x="21" y="150"/>
                    <a:pt x="19" y="155"/>
                    <a:pt x="19" y="161"/>
                  </a:cubicBezTo>
                  <a:cubicBezTo>
                    <a:pt x="19" y="167"/>
                    <a:pt x="21" y="173"/>
                    <a:pt x="25" y="177"/>
                  </a:cubicBezTo>
                  <a:cubicBezTo>
                    <a:pt x="36" y="188"/>
                    <a:pt x="36" y="188"/>
                    <a:pt x="36" y="188"/>
                  </a:cubicBezTo>
                  <a:cubicBezTo>
                    <a:pt x="41" y="192"/>
                    <a:pt x="46" y="194"/>
                    <a:pt x="52" y="194"/>
                  </a:cubicBezTo>
                  <a:cubicBezTo>
                    <a:pt x="58" y="194"/>
                    <a:pt x="63" y="193"/>
                    <a:pt x="67" y="189"/>
                  </a:cubicBezTo>
                  <a:cubicBezTo>
                    <a:pt x="70" y="191"/>
                    <a:pt x="73" y="192"/>
                    <a:pt x="76" y="193"/>
                  </a:cubicBezTo>
                  <a:cubicBezTo>
                    <a:pt x="77" y="205"/>
                    <a:pt x="87" y="213"/>
                    <a:pt x="99" y="213"/>
                  </a:cubicBezTo>
                  <a:cubicBezTo>
                    <a:pt x="114" y="213"/>
                    <a:pt x="114" y="213"/>
                    <a:pt x="114" y="213"/>
                  </a:cubicBezTo>
                  <a:cubicBezTo>
                    <a:pt x="126" y="213"/>
                    <a:pt x="135" y="205"/>
                    <a:pt x="137" y="193"/>
                  </a:cubicBezTo>
                  <a:cubicBezTo>
                    <a:pt x="140" y="192"/>
                    <a:pt x="143" y="191"/>
                    <a:pt x="146" y="189"/>
                  </a:cubicBezTo>
                  <a:cubicBezTo>
                    <a:pt x="150" y="193"/>
                    <a:pt x="155" y="194"/>
                    <a:pt x="160" y="194"/>
                  </a:cubicBezTo>
                  <a:cubicBezTo>
                    <a:pt x="166" y="194"/>
                    <a:pt x="172" y="192"/>
                    <a:pt x="176" y="188"/>
                  </a:cubicBezTo>
                  <a:cubicBezTo>
                    <a:pt x="187" y="177"/>
                    <a:pt x="187" y="177"/>
                    <a:pt x="187" y="177"/>
                  </a:cubicBezTo>
                  <a:cubicBezTo>
                    <a:pt x="191" y="173"/>
                    <a:pt x="194" y="167"/>
                    <a:pt x="194" y="161"/>
                  </a:cubicBezTo>
                  <a:cubicBezTo>
                    <a:pt x="194" y="155"/>
                    <a:pt x="192" y="150"/>
                    <a:pt x="188" y="146"/>
                  </a:cubicBezTo>
                  <a:cubicBezTo>
                    <a:pt x="190" y="143"/>
                    <a:pt x="191" y="140"/>
                    <a:pt x="192" y="137"/>
                  </a:cubicBezTo>
                  <a:cubicBezTo>
                    <a:pt x="204" y="136"/>
                    <a:pt x="213" y="126"/>
                    <a:pt x="213" y="115"/>
                  </a:cubicBezTo>
                  <a:cubicBezTo>
                    <a:pt x="213" y="99"/>
                    <a:pt x="213" y="99"/>
                    <a:pt x="213" y="99"/>
                  </a:cubicBezTo>
                  <a:cubicBezTo>
                    <a:pt x="213" y="88"/>
                    <a:pt x="204" y="78"/>
                    <a:pt x="192" y="77"/>
                  </a:cubicBezTo>
                  <a:cubicBezTo>
                    <a:pt x="191" y="74"/>
                    <a:pt x="190" y="71"/>
                    <a:pt x="188" y="68"/>
                  </a:cubicBezTo>
                  <a:cubicBezTo>
                    <a:pt x="192" y="64"/>
                    <a:pt x="194" y="58"/>
                    <a:pt x="194" y="53"/>
                  </a:cubicBezTo>
                  <a:cubicBezTo>
                    <a:pt x="194" y="47"/>
                    <a:pt x="191" y="41"/>
                    <a:pt x="187" y="37"/>
                  </a:cubicBezTo>
                  <a:cubicBezTo>
                    <a:pt x="176" y="26"/>
                    <a:pt x="176" y="26"/>
                    <a:pt x="176" y="26"/>
                  </a:cubicBezTo>
                  <a:cubicBezTo>
                    <a:pt x="172" y="22"/>
                    <a:pt x="166" y="20"/>
                    <a:pt x="160" y="20"/>
                  </a:cubicBezTo>
                  <a:cubicBezTo>
                    <a:pt x="155" y="20"/>
                    <a:pt x="150" y="21"/>
                    <a:pt x="146" y="25"/>
                  </a:cubicBezTo>
                  <a:cubicBezTo>
                    <a:pt x="143" y="23"/>
                    <a:pt x="140" y="22"/>
                    <a:pt x="137" y="21"/>
                  </a:cubicBezTo>
                  <a:cubicBezTo>
                    <a:pt x="135" y="9"/>
                    <a:pt x="126" y="0"/>
                    <a:pt x="11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dirty="0">
                <a:ln>
                  <a:noFill/>
                </a:ln>
                <a:solidFill>
                  <a:sysClr val="windowText" lastClr="000000"/>
                </a:solidFill>
                <a:effectLst/>
                <a:uLnTx/>
                <a:uFillTx/>
                <a:latin typeface="印品黑体" panose="00000500000000000000" pitchFamily="2" charset="-122"/>
              </a:endParaRPr>
            </a:p>
          </p:txBody>
        </p:sp>
        <p:sp>
          <p:nvSpPr>
            <p:cNvPr id="21" name="Freeform 10"/>
            <p:cNvSpPr>
              <a:spLocks noEditPoints="1"/>
            </p:cNvSpPr>
            <p:nvPr/>
          </p:nvSpPr>
          <p:spPr bwMode="auto">
            <a:xfrm>
              <a:off x="5782842" y="1377675"/>
              <a:ext cx="157787" cy="153902"/>
            </a:xfrm>
            <a:custGeom>
              <a:avLst/>
              <a:gdLst>
                <a:gd name="T0" fmla="*/ 49 w 99"/>
                <a:gd name="T1" fmla="*/ 99 h 99"/>
                <a:gd name="T2" fmla="*/ 0 w 99"/>
                <a:gd name="T3" fmla="*/ 50 h 99"/>
                <a:gd name="T4" fmla="*/ 49 w 99"/>
                <a:gd name="T5" fmla="*/ 0 h 99"/>
                <a:gd name="T6" fmla="*/ 99 w 99"/>
                <a:gd name="T7" fmla="*/ 50 h 99"/>
                <a:gd name="T8" fmla="*/ 49 w 99"/>
                <a:gd name="T9" fmla="*/ 99 h 99"/>
                <a:gd name="T10" fmla="*/ 49 w 99"/>
                <a:gd name="T11" fmla="*/ 8 h 99"/>
                <a:gd name="T12" fmla="*/ 7 w 99"/>
                <a:gd name="T13" fmla="*/ 50 h 99"/>
                <a:gd name="T14" fmla="*/ 49 w 99"/>
                <a:gd name="T15" fmla="*/ 92 h 99"/>
                <a:gd name="T16" fmla="*/ 91 w 99"/>
                <a:gd name="T17" fmla="*/ 50 h 99"/>
                <a:gd name="T18" fmla="*/ 49 w 99"/>
                <a:gd name="T19" fmla="*/ 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99">
                  <a:moveTo>
                    <a:pt x="49" y="99"/>
                  </a:moveTo>
                  <a:cubicBezTo>
                    <a:pt x="22" y="99"/>
                    <a:pt x="0" y="77"/>
                    <a:pt x="0" y="50"/>
                  </a:cubicBezTo>
                  <a:cubicBezTo>
                    <a:pt x="0" y="23"/>
                    <a:pt x="22" y="0"/>
                    <a:pt x="49" y="0"/>
                  </a:cubicBezTo>
                  <a:cubicBezTo>
                    <a:pt x="76" y="0"/>
                    <a:pt x="99" y="23"/>
                    <a:pt x="99" y="50"/>
                  </a:cubicBezTo>
                  <a:cubicBezTo>
                    <a:pt x="99" y="77"/>
                    <a:pt x="76" y="99"/>
                    <a:pt x="49" y="99"/>
                  </a:cubicBezTo>
                  <a:close/>
                  <a:moveTo>
                    <a:pt x="49" y="8"/>
                  </a:moveTo>
                  <a:cubicBezTo>
                    <a:pt x="26" y="8"/>
                    <a:pt x="7" y="27"/>
                    <a:pt x="7" y="50"/>
                  </a:cubicBezTo>
                  <a:cubicBezTo>
                    <a:pt x="7" y="73"/>
                    <a:pt x="26" y="92"/>
                    <a:pt x="49" y="92"/>
                  </a:cubicBezTo>
                  <a:cubicBezTo>
                    <a:pt x="72" y="92"/>
                    <a:pt x="91" y="73"/>
                    <a:pt x="91" y="50"/>
                  </a:cubicBezTo>
                  <a:cubicBezTo>
                    <a:pt x="91" y="27"/>
                    <a:pt x="72" y="8"/>
                    <a:pt x="49"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dirty="0">
                <a:ln>
                  <a:noFill/>
                </a:ln>
                <a:solidFill>
                  <a:sysClr val="windowText" lastClr="000000"/>
                </a:solidFill>
                <a:effectLst/>
                <a:uLnTx/>
                <a:uFillTx/>
                <a:latin typeface="印品黑体" panose="00000500000000000000" pitchFamily="2" charset="-122"/>
              </a:endParaRPr>
            </a:p>
          </p:txBody>
        </p:sp>
        <p:sp>
          <p:nvSpPr>
            <p:cNvPr id="22" name="Freeform 11"/>
            <p:cNvSpPr>
              <a:spLocks noEditPoints="1"/>
            </p:cNvSpPr>
            <p:nvPr/>
          </p:nvSpPr>
          <p:spPr bwMode="auto">
            <a:xfrm>
              <a:off x="5820136" y="1411875"/>
              <a:ext cx="83197" cy="85501"/>
            </a:xfrm>
            <a:custGeom>
              <a:avLst/>
              <a:gdLst>
                <a:gd name="T0" fmla="*/ 26 w 53"/>
                <a:gd name="T1" fmla="*/ 54 h 54"/>
                <a:gd name="T2" fmla="*/ 0 w 53"/>
                <a:gd name="T3" fmla="*/ 27 h 54"/>
                <a:gd name="T4" fmla="*/ 26 w 53"/>
                <a:gd name="T5" fmla="*/ 0 h 54"/>
                <a:gd name="T6" fmla="*/ 53 w 53"/>
                <a:gd name="T7" fmla="*/ 27 h 54"/>
                <a:gd name="T8" fmla="*/ 26 w 53"/>
                <a:gd name="T9" fmla="*/ 54 h 54"/>
                <a:gd name="T10" fmla="*/ 26 w 53"/>
                <a:gd name="T11" fmla="*/ 8 h 54"/>
                <a:gd name="T12" fmla="*/ 7 w 53"/>
                <a:gd name="T13" fmla="*/ 27 h 54"/>
                <a:gd name="T14" fmla="*/ 26 w 53"/>
                <a:gd name="T15" fmla="*/ 46 h 54"/>
                <a:gd name="T16" fmla="*/ 45 w 53"/>
                <a:gd name="T17" fmla="*/ 27 h 54"/>
                <a:gd name="T18" fmla="*/ 26 w 53"/>
                <a:gd name="T19" fmla="*/ 8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 h="54">
                  <a:moveTo>
                    <a:pt x="26" y="54"/>
                  </a:moveTo>
                  <a:cubicBezTo>
                    <a:pt x="12" y="54"/>
                    <a:pt x="0" y="42"/>
                    <a:pt x="0" y="27"/>
                  </a:cubicBezTo>
                  <a:cubicBezTo>
                    <a:pt x="0" y="12"/>
                    <a:pt x="12" y="0"/>
                    <a:pt x="26" y="0"/>
                  </a:cubicBezTo>
                  <a:cubicBezTo>
                    <a:pt x="41" y="0"/>
                    <a:pt x="53" y="12"/>
                    <a:pt x="53" y="27"/>
                  </a:cubicBezTo>
                  <a:cubicBezTo>
                    <a:pt x="53" y="42"/>
                    <a:pt x="41" y="54"/>
                    <a:pt x="26" y="54"/>
                  </a:cubicBezTo>
                  <a:close/>
                  <a:moveTo>
                    <a:pt x="26" y="8"/>
                  </a:moveTo>
                  <a:cubicBezTo>
                    <a:pt x="16" y="8"/>
                    <a:pt x="7" y="16"/>
                    <a:pt x="7" y="27"/>
                  </a:cubicBezTo>
                  <a:cubicBezTo>
                    <a:pt x="7" y="37"/>
                    <a:pt x="16" y="46"/>
                    <a:pt x="26" y="46"/>
                  </a:cubicBezTo>
                  <a:cubicBezTo>
                    <a:pt x="37" y="46"/>
                    <a:pt x="45" y="37"/>
                    <a:pt x="45" y="27"/>
                  </a:cubicBezTo>
                  <a:cubicBezTo>
                    <a:pt x="45" y="16"/>
                    <a:pt x="37" y="8"/>
                    <a:pt x="26"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dirty="0">
                <a:ln>
                  <a:noFill/>
                </a:ln>
                <a:solidFill>
                  <a:sysClr val="windowText" lastClr="000000"/>
                </a:solidFill>
                <a:effectLst/>
                <a:uLnTx/>
                <a:uFillTx/>
                <a:latin typeface="印品黑体" panose="00000500000000000000" pitchFamily="2" charset="-122"/>
              </a:endParaRPr>
            </a:p>
          </p:txBody>
        </p:sp>
      </p:grpSp>
      <p:sp>
        <p:nvSpPr>
          <p:cNvPr id="6" name="文本框 5"/>
          <p:cNvSpPr txBox="1"/>
          <p:nvPr/>
        </p:nvSpPr>
        <p:spPr>
          <a:xfrm>
            <a:off x="7225030" y="4893945"/>
            <a:ext cx="2090420" cy="445135"/>
          </a:xfrm>
          <a:prstGeom prst="rect">
            <a:avLst/>
          </a:prstGeom>
          <a:noFill/>
        </p:spPr>
        <p:txBody>
          <a:bodyPr wrap="square" rtlCol="0">
            <a:spAutoFit/>
          </a:bodyPr>
          <a:lstStyle/>
          <a:p>
            <a:endParaRPr lang="zh-CN" altLang="en-US"/>
          </a:p>
        </p:txBody>
      </p:sp>
      <p:sp>
        <p:nvSpPr>
          <p:cNvPr id="9" name="文本框 8"/>
          <p:cNvSpPr txBox="1"/>
          <p:nvPr/>
        </p:nvSpPr>
        <p:spPr>
          <a:xfrm>
            <a:off x="2830195" y="5103495"/>
            <a:ext cx="2090420" cy="445135"/>
          </a:xfrm>
          <a:prstGeom prst="rect">
            <a:avLst/>
          </a:prstGeom>
          <a:noFill/>
        </p:spPr>
        <p:txBody>
          <a:bodyPr wrap="square" rtlCol="0">
            <a:spAutoFit/>
          </a:bodyPr>
          <a:lstStyle/>
          <a:p>
            <a:endParaRPr lang="zh-CN" altLang="en-US"/>
          </a:p>
        </p:txBody>
      </p:sp>
      <p:sp>
        <p:nvSpPr>
          <p:cNvPr id="11" name="文本框 10"/>
          <p:cNvSpPr txBox="1"/>
          <p:nvPr/>
        </p:nvSpPr>
        <p:spPr>
          <a:xfrm>
            <a:off x="7312660" y="4893945"/>
            <a:ext cx="2090420" cy="445135"/>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1000" fill="hold"/>
                                        <p:tgtEl>
                                          <p:spTgt spid="23"/>
                                        </p:tgtEl>
                                        <p:attrNameLst>
                                          <p:attrName>ppt_w</p:attrName>
                                        </p:attrNameLst>
                                      </p:cBhvr>
                                      <p:tavLst>
                                        <p:tav tm="0">
                                          <p:val>
                                            <p:fltVal val="0"/>
                                          </p:val>
                                        </p:tav>
                                        <p:tav tm="100000">
                                          <p:val>
                                            <p:strVal val="#ppt_w"/>
                                          </p:val>
                                        </p:tav>
                                      </p:tavLst>
                                    </p:anim>
                                    <p:anim calcmode="lin" valueType="num">
                                      <p:cBhvr>
                                        <p:cTn id="8" dur="1000" fill="hold"/>
                                        <p:tgtEl>
                                          <p:spTgt spid="23"/>
                                        </p:tgtEl>
                                        <p:attrNameLst>
                                          <p:attrName>ppt_h</p:attrName>
                                        </p:attrNameLst>
                                      </p:cBhvr>
                                      <p:tavLst>
                                        <p:tav tm="0">
                                          <p:val>
                                            <p:fltVal val="0"/>
                                          </p:val>
                                        </p:tav>
                                        <p:tav tm="100000">
                                          <p:val>
                                            <p:strVal val="#ppt_h"/>
                                          </p:val>
                                        </p:tav>
                                      </p:tavLst>
                                    </p:anim>
                                    <p:anim calcmode="lin" valueType="num">
                                      <p:cBhvr>
                                        <p:cTn id="9" dur="1000" fill="hold"/>
                                        <p:tgtEl>
                                          <p:spTgt spid="23"/>
                                        </p:tgtEl>
                                        <p:attrNameLst>
                                          <p:attrName>style.rotation</p:attrName>
                                        </p:attrNameLst>
                                      </p:cBhvr>
                                      <p:tavLst>
                                        <p:tav tm="0">
                                          <p:val>
                                            <p:fltVal val="90"/>
                                          </p:val>
                                        </p:tav>
                                        <p:tav tm="100000">
                                          <p:val>
                                            <p:fltVal val="0"/>
                                          </p:val>
                                        </p:tav>
                                      </p:tavLst>
                                    </p:anim>
                                    <p:animEffect transition="in" filter="fade">
                                      <p:cBhvr>
                                        <p:cTn id="10" dur="1000"/>
                                        <p:tgtEl>
                                          <p:spTgt spid="23"/>
                                        </p:tgtEl>
                                      </p:cBhvr>
                                    </p:animEffect>
                                  </p:childTnLst>
                                </p:cTn>
                              </p:par>
                              <p:par>
                                <p:cTn id="11" presetID="10" presetClass="entr" presetSubtype="0" fill="hold" grpId="0" nodeType="withEffect">
                                  <p:stCondLst>
                                    <p:cond delay="60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par>
                          <p:cTn id="14" fill="hold">
                            <p:stCondLst>
                              <p:cond delay="1000"/>
                            </p:stCondLst>
                            <p:childTnLst>
                              <p:par>
                                <p:cTn id="15" presetID="8" presetClass="emph" presetSubtype="0" fill="hold" nodeType="afterEffect">
                                  <p:stCondLst>
                                    <p:cond delay="0"/>
                                  </p:stCondLst>
                                  <p:childTnLst>
                                    <p:animRot by="21600000">
                                      <p:cBhvr>
                                        <p:cTn id="16" dur="3000" fill="hold"/>
                                        <p:tgtEl>
                                          <p:spTgt spid="24"/>
                                        </p:tgtEl>
                                        <p:attrNameLst>
                                          <p:attrName>r</p:attrName>
                                        </p:attrNameLst>
                                      </p:cBhvr>
                                    </p:animRot>
                                  </p:childTnLst>
                                </p:cTn>
                              </p:par>
                              <p:par>
                                <p:cTn id="17" presetID="8" presetClass="emph" presetSubtype="0" fill="hold" nodeType="withEffect">
                                  <p:stCondLst>
                                    <p:cond delay="0"/>
                                  </p:stCondLst>
                                  <p:childTnLst>
                                    <p:animRot by="21600000">
                                      <p:cBhvr>
                                        <p:cTn id="18" dur="3000" fill="hold"/>
                                        <p:tgtEl>
                                          <p:spTgt spid="25"/>
                                        </p:tgtEl>
                                        <p:attrNameLst>
                                          <p:attrName>r</p:attrName>
                                        </p:attrNameLst>
                                      </p:cBhvr>
                                    </p:animRot>
                                  </p:childTnLst>
                                </p:cTn>
                              </p:par>
                              <p:par>
                                <p:cTn id="19" presetID="42" presetClass="entr" presetSubtype="0" fill="hold" nodeType="withEffect">
                                  <p:stCondLst>
                                    <p:cond delay="0"/>
                                  </p:stCondLst>
                                  <p:iterate type="lt">
                                    <p:tmPct val="10000"/>
                                  </p:iterate>
                                  <p:childTnLst>
                                    <p:set>
                                      <p:cBhvr>
                                        <p:cTn id="20" dur="1" fill="hold">
                                          <p:stCondLst>
                                            <p:cond delay="0"/>
                                          </p:stCondLst>
                                        </p:cTn>
                                        <p:tgtEl>
                                          <p:spTgt spid="8">
                                            <p:txEl>
                                              <p:pRg st="0" end="0"/>
                                            </p:txEl>
                                          </p:spTgt>
                                        </p:tgtEl>
                                        <p:attrNameLst>
                                          <p:attrName>style.visibility</p:attrName>
                                        </p:attrNameLst>
                                      </p:cBhvr>
                                      <p:to>
                                        <p:strVal val="visible"/>
                                      </p:to>
                                    </p:set>
                                    <p:animEffect transition="in" filter="fade">
                                      <p:cBhvr>
                                        <p:cTn id="21" dur="1000"/>
                                        <p:tgtEl>
                                          <p:spTgt spid="8">
                                            <p:txEl>
                                              <p:pRg st="0" end="0"/>
                                            </p:txEl>
                                          </p:spTgt>
                                        </p:tgtEl>
                                      </p:cBhvr>
                                    </p:animEffect>
                                    <p:anim calcmode="lin" valueType="num">
                                      <p:cBhvr>
                                        <p:cTn id="22"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a:xfrm>
            <a:off x="3588617" y="963954"/>
            <a:ext cx="4335277" cy="839886"/>
          </a:xfrm>
        </p:spPr>
        <p:txBody>
          <a:bodyPr/>
          <a:lstStyle/>
          <a:p>
            <a:r>
              <a:rPr kumimoji="1" lang="zh-CN" altLang="en-US" dirty="0"/>
              <a:t>目录</a:t>
            </a:r>
            <a:endParaRPr kumimoji="1" lang="zh-CN" altLang="en-US" dirty="0"/>
          </a:p>
        </p:txBody>
      </p:sp>
      <p:sp>
        <p:nvSpPr>
          <p:cNvPr id="4" name="文本占位符 3"/>
          <p:cNvSpPr>
            <a:spLocks noGrp="1"/>
          </p:cNvSpPr>
          <p:nvPr>
            <p:ph type="body" sz="quarter" idx="12"/>
          </p:nvPr>
        </p:nvSpPr>
        <p:spPr>
          <a:xfrm>
            <a:off x="3588617" y="1853968"/>
            <a:ext cx="4335277" cy="378957"/>
          </a:xfrm>
        </p:spPr>
        <p:txBody>
          <a:bodyPr/>
          <a:lstStyle/>
          <a:p>
            <a:r>
              <a:rPr kumimoji="1" lang="en-US" altLang="zh-CN" dirty="0"/>
              <a:t>CONTENTS</a:t>
            </a:r>
            <a:endParaRPr kumimoji="1" lang="zh-CN" altLang="en-US" dirty="0"/>
          </a:p>
        </p:txBody>
      </p:sp>
      <p:sp>
        <p:nvSpPr>
          <p:cNvPr id="6" name="文本占位符 5"/>
          <p:cNvSpPr>
            <a:spLocks noGrp="1"/>
          </p:cNvSpPr>
          <p:nvPr>
            <p:ph type="body" sz="quarter" idx="14"/>
          </p:nvPr>
        </p:nvSpPr>
        <p:spPr>
          <a:xfrm>
            <a:off x="3576220" y="3832423"/>
            <a:ext cx="1745030" cy="430383"/>
          </a:xfrm>
        </p:spPr>
        <p:txBody>
          <a:bodyPr/>
          <a:lstStyle/>
          <a:p>
            <a:r>
              <a:rPr lang="zh-CN" altLang="en-US" dirty="0">
                <a:solidFill>
                  <a:srgbClr val="000000"/>
                </a:solidFill>
                <a:latin typeface="Segoe UI" panose="020B0502040204020203"/>
                <a:ea typeface="微软雅黑" panose="020B0503020204020204" pitchFamily="34" charset="-122"/>
              </a:rPr>
              <a:t>设计目的</a:t>
            </a:r>
            <a:endParaRPr lang="zh-CN" altLang="en-US" dirty="0">
              <a:solidFill>
                <a:srgbClr val="000000"/>
              </a:solidFill>
              <a:latin typeface="Segoe UI" panose="020B0502040204020203"/>
              <a:ea typeface="微软雅黑" panose="020B0503020204020204" pitchFamily="34" charset="-122"/>
            </a:endParaRPr>
          </a:p>
        </p:txBody>
      </p:sp>
      <p:sp>
        <p:nvSpPr>
          <p:cNvPr id="7" name="文本占位符 6"/>
          <p:cNvSpPr>
            <a:spLocks noGrp="1"/>
          </p:cNvSpPr>
          <p:nvPr>
            <p:ph type="body" sz="quarter" idx="15"/>
          </p:nvPr>
        </p:nvSpPr>
        <p:spPr>
          <a:xfrm>
            <a:off x="3576220" y="4173319"/>
            <a:ext cx="1745030" cy="430383"/>
          </a:xfrm>
        </p:spPr>
        <p:txBody>
          <a:bodyPr/>
          <a:lstStyle/>
          <a:p>
            <a:r>
              <a:rPr lang="en-US" altLang="zh-CN" dirty="0">
                <a:solidFill>
                  <a:srgbClr val="000000"/>
                </a:solidFill>
                <a:latin typeface="Segoe UI" panose="020B0502040204020203"/>
                <a:ea typeface="微软雅黑" panose="020B0503020204020204" pitchFamily="34" charset="-122"/>
              </a:rPr>
              <a:t>PART</a:t>
            </a:r>
            <a:r>
              <a:rPr lang="zh-CN" altLang="en-US" dirty="0">
                <a:solidFill>
                  <a:srgbClr val="000000"/>
                </a:solidFill>
                <a:latin typeface="Segoe UI" panose="020B0502040204020203"/>
                <a:ea typeface="微软雅黑" panose="020B0503020204020204" pitchFamily="34" charset="-122"/>
              </a:rPr>
              <a:t> </a:t>
            </a:r>
            <a:r>
              <a:rPr lang="en-US" altLang="zh-CN" dirty="0">
                <a:solidFill>
                  <a:srgbClr val="000000"/>
                </a:solidFill>
                <a:latin typeface="Segoe UI" panose="020B0502040204020203"/>
                <a:ea typeface="微软雅黑" panose="020B0503020204020204" pitchFamily="34" charset="-122"/>
              </a:rPr>
              <a:t>ONE</a:t>
            </a:r>
            <a:endParaRPr lang="zh-CN" altLang="en-US" dirty="0">
              <a:solidFill>
                <a:srgbClr val="000000"/>
              </a:solidFill>
              <a:latin typeface="Segoe UI" panose="020B0502040204020203"/>
              <a:ea typeface="微软雅黑" panose="020B0503020204020204" pitchFamily="34" charset="-122"/>
            </a:endParaRPr>
          </a:p>
        </p:txBody>
      </p:sp>
      <p:sp>
        <p:nvSpPr>
          <p:cNvPr id="8" name="文本占位符 7"/>
          <p:cNvSpPr>
            <a:spLocks noGrp="1"/>
          </p:cNvSpPr>
          <p:nvPr>
            <p:ph type="body" sz="quarter" idx="16"/>
          </p:nvPr>
        </p:nvSpPr>
        <p:spPr>
          <a:xfrm>
            <a:off x="6625133" y="3743945"/>
            <a:ext cx="1745030" cy="430383"/>
          </a:xfrm>
        </p:spPr>
        <p:txBody>
          <a:bodyPr/>
          <a:lstStyle/>
          <a:p>
            <a:r>
              <a:rPr lang="zh-CN" altLang="en-US" dirty="0">
                <a:solidFill>
                  <a:srgbClr val="000000"/>
                </a:solidFill>
                <a:latin typeface="Segoe UI" panose="020B0502040204020203"/>
                <a:ea typeface="微软雅黑" panose="020B0503020204020204" pitchFamily="34" charset="-122"/>
              </a:rPr>
              <a:t>设计内容</a:t>
            </a:r>
            <a:endParaRPr lang="zh-CN" altLang="en-US" dirty="0">
              <a:solidFill>
                <a:srgbClr val="000000"/>
              </a:solidFill>
              <a:latin typeface="Segoe UI" panose="020B0502040204020203"/>
              <a:ea typeface="微软雅黑" panose="020B0503020204020204" pitchFamily="34" charset="-122"/>
            </a:endParaRPr>
          </a:p>
        </p:txBody>
      </p:sp>
      <p:sp>
        <p:nvSpPr>
          <p:cNvPr id="9" name="文本占位符 8"/>
          <p:cNvSpPr>
            <a:spLocks noGrp="1"/>
          </p:cNvSpPr>
          <p:nvPr>
            <p:ph type="body" sz="quarter" idx="17"/>
          </p:nvPr>
        </p:nvSpPr>
        <p:spPr>
          <a:xfrm>
            <a:off x="6625133" y="4174328"/>
            <a:ext cx="1745030" cy="430383"/>
          </a:xfrm>
        </p:spPr>
        <p:txBody>
          <a:bodyPr/>
          <a:lstStyle/>
          <a:p>
            <a:r>
              <a:rPr lang="en-US" altLang="zh-CN" dirty="0">
                <a:solidFill>
                  <a:srgbClr val="000000"/>
                </a:solidFill>
                <a:latin typeface="Segoe UI" panose="020B0502040204020203"/>
                <a:ea typeface="微软雅黑" panose="020B0503020204020204" pitchFamily="34" charset="-122"/>
              </a:rPr>
              <a:t>PART</a:t>
            </a:r>
            <a:r>
              <a:rPr lang="zh-CN" altLang="en-US" dirty="0">
                <a:solidFill>
                  <a:srgbClr val="000000"/>
                </a:solidFill>
                <a:latin typeface="Segoe UI" panose="020B0502040204020203"/>
                <a:ea typeface="微软雅黑" panose="020B0503020204020204" pitchFamily="34" charset="-122"/>
              </a:rPr>
              <a:t> </a:t>
            </a:r>
            <a:r>
              <a:rPr lang="en-US" altLang="zh-CN" dirty="0">
                <a:solidFill>
                  <a:srgbClr val="000000"/>
                </a:solidFill>
                <a:latin typeface="Segoe UI" panose="020B0502040204020203"/>
                <a:ea typeface="微软雅黑" panose="020B0503020204020204" pitchFamily="34" charset="-122"/>
              </a:rPr>
              <a:t>TWO</a:t>
            </a:r>
            <a:endParaRPr lang="zh-CN" altLang="en-US" dirty="0">
              <a:solidFill>
                <a:srgbClr val="000000"/>
              </a:solidFill>
              <a:latin typeface="Segoe UI" panose="020B0502040204020203"/>
              <a:ea typeface="微软雅黑" panose="020B0503020204020204" pitchFamily="34" charset="-122"/>
            </a:endParaRPr>
          </a:p>
        </p:txBody>
      </p:sp>
      <p:sp>
        <p:nvSpPr>
          <p:cNvPr id="18" name="矩形 17"/>
          <p:cNvSpPr/>
          <p:nvPr/>
        </p:nvSpPr>
        <p:spPr>
          <a:xfrm>
            <a:off x="3904163" y="4546293"/>
            <a:ext cx="1024013" cy="57409"/>
          </a:xfrm>
          <a:prstGeom prst="rect">
            <a:avLst/>
          </a:prstGeom>
          <a:solidFill>
            <a:schemeClr val="accent1"/>
          </a:solidFill>
          <a:ln w="12700" cap="flat" cmpd="sng" algn="ctr">
            <a:noFill/>
            <a:prstDash val="solid"/>
            <a:miter lim="800000"/>
          </a:ln>
          <a:effectLst/>
        </p:spPr>
        <p:txBody>
          <a:bodyPr rot="0" spcFirstLastPara="0" vertOverflow="overflow" horzOverflow="overflow" vert="horz" wrap="square" lIns="86402" tIns="43201" rIns="86402" bIns="43201" numCol="1" spcCol="0" rtlCol="0" fromWordArt="0" anchor="ctr" anchorCtr="0" forceAA="0" compatLnSpc="1">
            <a:noAutofit/>
          </a:bodyPr>
          <a:lstStyle/>
          <a:p>
            <a:pPr algn="ctr" defTabSz="914400">
              <a:defRPr/>
            </a:pPr>
            <a:endParaRPr lang="zh-CN" altLang="en-US" sz="2175" kern="0">
              <a:solidFill>
                <a:prstClr val="white"/>
              </a:solidFill>
              <a:latin typeface="Segoe UI" panose="020B0502040204020203"/>
              <a:ea typeface="微软雅黑" panose="020B0503020204020204" pitchFamily="34" charset="-122"/>
            </a:endParaRPr>
          </a:p>
        </p:txBody>
      </p:sp>
      <p:sp>
        <p:nvSpPr>
          <p:cNvPr id="19" name="矩形 18"/>
          <p:cNvSpPr/>
          <p:nvPr/>
        </p:nvSpPr>
        <p:spPr>
          <a:xfrm>
            <a:off x="6994466" y="4546004"/>
            <a:ext cx="1024013" cy="57409"/>
          </a:xfrm>
          <a:prstGeom prst="rect">
            <a:avLst/>
          </a:prstGeom>
          <a:solidFill>
            <a:schemeClr val="accent2"/>
          </a:solidFill>
          <a:ln w="12700" cap="flat" cmpd="sng" algn="ctr">
            <a:noFill/>
            <a:prstDash val="solid"/>
            <a:miter lim="800000"/>
          </a:ln>
          <a:effectLst/>
        </p:spPr>
        <p:txBody>
          <a:bodyPr rot="0" spcFirstLastPara="0" vertOverflow="overflow" horzOverflow="overflow" vert="horz" wrap="square" lIns="86402" tIns="43201" rIns="86402" bIns="43201" numCol="1" spcCol="0" rtlCol="0" fromWordArt="0" anchor="ctr" anchorCtr="0" forceAA="0" compatLnSpc="1">
            <a:noAutofit/>
          </a:bodyPr>
          <a:lstStyle/>
          <a:p>
            <a:pPr algn="ctr" defTabSz="914400">
              <a:defRPr/>
            </a:pPr>
            <a:endParaRPr lang="zh-CN" altLang="en-US" sz="2175" kern="0">
              <a:solidFill>
                <a:prstClr val="white"/>
              </a:solidFill>
              <a:latin typeface="Segoe UI" panose="020B0502040204020203"/>
              <a:ea typeface="微软雅黑" panose="020B0503020204020204" pitchFamily="34" charset="-122"/>
            </a:endParaRPr>
          </a:p>
        </p:txBody>
      </p:sp>
      <p:sp>
        <p:nvSpPr>
          <p:cNvPr id="2" name="文本框 1"/>
          <p:cNvSpPr txBox="1"/>
          <p:nvPr/>
        </p:nvSpPr>
        <p:spPr>
          <a:xfrm>
            <a:off x="4327525" y="747395"/>
            <a:ext cx="2371725" cy="1106805"/>
          </a:xfrm>
          <a:prstGeom prst="rect">
            <a:avLst/>
          </a:prstGeom>
          <a:noFill/>
        </p:spPr>
        <p:txBody>
          <a:bodyPr wrap="square" rtlCol="0">
            <a:spAutoFit/>
          </a:bodyPr>
          <a:lstStyle/>
          <a:p>
            <a:pPr algn="ctr"/>
            <a:r>
              <a:rPr lang="zh-CN" altLang="en-US" sz="6600" b="1">
                <a:solidFill>
                  <a:srgbClr val="00182A"/>
                </a:solidFill>
              </a:rPr>
              <a:t>目录</a:t>
            </a:r>
            <a:endParaRPr lang="zh-CN" altLang="en-US" sz="6600" b="1">
              <a:solidFill>
                <a:srgbClr val="00182A"/>
              </a:solidFill>
            </a:endParaRPr>
          </a:p>
        </p:txBody>
      </p:sp>
      <p:sp>
        <p:nvSpPr>
          <p:cNvPr id="5" name="文本框 4"/>
          <p:cNvSpPr txBox="1"/>
          <p:nvPr/>
        </p:nvSpPr>
        <p:spPr>
          <a:xfrm>
            <a:off x="4561840" y="1720850"/>
            <a:ext cx="2260600" cy="645160"/>
          </a:xfrm>
          <a:prstGeom prst="rect">
            <a:avLst/>
          </a:prstGeom>
          <a:noFill/>
        </p:spPr>
        <p:txBody>
          <a:bodyPr wrap="square" rtlCol="0">
            <a:spAutoFit/>
          </a:bodyPr>
          <a:lstStyle/>
          <a:p>
            <a:pPr algn="ctr"/>
            <a:r>
              <a:rPr lang="en-US" altLang="zh-CN" sz="3600">
                <a:solidFill>
                  <a:srgbClr val="00182A"/>
                </a:solidFill>
              </a:rPr>
              <a:t>CONTENTS</a:t>
            </a:r>
            <a:endParaRPr lang="en-US" altLang="zh-CN" sz="3600">
              <a:solidFill>
                <a:srgbClr val="00182A"/>
              </a:solidFill>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0" end="0"/>
                                            </p:txEl>
                                          </p:spTgt>
                                        </p:tgtEl>
                                        <p:attrNameLst>
                                          <p:attrName>style.visibility</p:attrName>
                                        </p:attrNameLst>
                                      </p:cBhvr>
                                      <p:to>
                                        <p:strVal val="visible"/>
                                      </p:to>
                                    </p:set>
                                    <p:animEffect transition="in" filter="fade">
                                      <p:cBhvr>
                                        <p:cTn id="10" dur="500"/>
                                        <p:tgtEl>
                                          <p:spTgt spid="7">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500"/>
                                        <p:tgtEl>
                                          <p:spTgt spid="8">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xEl>
                                              <p:pRg st="0" end="0"/>
                                            </p:txEl>
                                          </p:spTgt>
                                        </p:tgtEl>
                                        <p:attrNameLst>
                                          <p:attrName>style.visibility</p:attrName>
                                        </p:attrNameLst>
                                      </p:cBhvr>
                                      <p:to>
                                        <p:strVal val="visible"/>
                                      </p:to>
                                    </p:set>
                                    <p:animEffect transition="in" filter="fade">
                                      <p:cBhvr>
                                        <p:cTn id="16" dur="500"/>
                                        <p:tgtEl>
                                          <p:spTgt spid="9">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build="p"/>
      <p:bldP spid="8" grpId="0" build="p"/>
      <p:bldP spid="9" grpId="0" build="p"/>
      <p:bldP spid="18" grpId="0" bldLvl="0" animBg="1"/>
      <p:bldP spid="19"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p:txBody>
          <a:bodyPr/>
          <a:lstStyle/>
          <a:p>
            <a:r>
              <a:rPr kumimoji="1" lang="zh-CN" altLang="en-US" dirty="0"/>
              <a:t>选题背景</a:t>
            </a:r>
            <a:endParaRPr kumimoji="1" lang="zh-CN" altLang="en-US" dirty="0"/>
          </a:p>
        </p:txBody>
      </p:sp>
      <p:sp>
        <p:nvSpPr>
          <p:cNvPr id="4" name="文本占位符 3"/>
          <p:cNvSpPr>
            <a:spLocks noGrp="1"/>
          </p:cNvSpPr>
          <p:nvPr>
            <p:ph type="body" sz="quarter" idx="12"/>
          </p:nvPr>
        </p:nvSpPr>
        <p:spPr/>
        <p:txBody>
          <a:bodyPr/>
          <a:lstStyle/>
          <a:p>
            <a:r>
              <a:rPr kumimoji="1" lang="en-US" altLang="zh-CN" dirty="0"/>
              <a:t>PART</a:t>
            </a:r>
            <a:r>
              <a:rPr kumimoji="1" lang="zh-CN" altLang="en-US" dirty="0"/>
              <a:t> </a:t>
            </a:r>
            <a:r>
              <a:rPr kumimoji="1" lang="en-US" altLang="zh-CN" dirty="0"/>
              <a:t>ONE</a:t>
            </a:r>
            <a:endParaRPr kumimoji="1" lang="zh-CN" altLang="en-US" dirty="0"/>
          </a:p>
        </p:txBody>
      </p:sp>
      <p:sp>
        <p:nvSpPr>
          <p:cNvPr id="7" name="矩形 6"/>
          <p:cNvSpPr/>
          <p:nvPr/>
        </p:nvSpPr>
        <p:spPr>
          <a:xfrm>
            <a:off x="4621306" y="4139775"/>
            <a:ext cx="2279463" cy="1070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2" tIns="43201" rIns="86402" bIns="43201" numCol="1" spcCol="0" rtlCol="0" fromWordArt="0" anchor="ctr" anchorCtr="0" forceAA="0" compatLnSpc="1">
            <a:noAutofit/>
          </a:bodyPr>
          <a:lstStyle/>
          <a:p>
            <a:pPr algn="ctr"/>
            <a:endParaRPr lang="zh-CN" altLang="en-US" sz="4160">
              <a:solidFill>
                <a:srgbClr val="FFFFFF"/>
              </a:solidFill>
            </a:endParaRPr>
          </a:p>
        </p:txBody>
      </p:sp>
      <p:sp>
        <p:nvSpPr>
          <p:cNvPr id="10" name="文本框 9"/>
          <p:cNvSpPr txBox="1"/>
          <p:nvPr/>
        </p:nvSpPr>
        <p:spPr>
          <a:xfrm>
            <a:off x="3906520" y="2103120"/>
            <a:ext cx="4047490" cy="1014730"/>
          </a:xfrm>
          <a:prstGeom prst="rect">
            <a:avLst/>
          </a:prstGeom>
          <a:noFill/>
        </p:spPr>
        <p:txBody>
          <a:bodyPr wrap="square" rtlCol="0">
            <a:spAutoFit/>
          </a:bodyPr>
          <a:lstStyle/>
          <a:p>
            <a:pPr algn="ctr"/>
            <a:r>
              <a:rPr lang="zh-CN" altLang="en-US" sz="6000">
                <a:solidFill>
                  <a:srgbClr val="00182A"/>
                </a:solidFill>
              </a:rPr>
              <a:t>设计目的</a:t>
            </a:r>
            <a:endParaRPr lang="zh-CN" altLang="en-US" sz="6000">
              <a:solidFill>
                <a:srgbClr val="00182A"/>
              </a:solidFill>
            </a:endParaRPr>
          </a:p>
        </p:txBody>
      </p:sp>
      <p:sp>
        <p:nvSpPr>
          <p:cNvPr id="11" name="文本框 10"/>
          <p:cNvSpPr txBox="1"/>
          <p:nvPr/>
        </p:nvSpPr>
        <p:spPr>
          <a:xfrm>
            <a:off x="817245" y="789305"/>
            <a:ext cx="2579370" cy="445135"/>
          </a:xfrm>
          <a:prstGeom prst="rect">
            <a:avLst/>
          </a:prstGeom>
          <a:noFill/>
        </p:spPr>
        <p:txBody>
          <a:bodyPr wrap="square" rtlCol="0">
            <a:spAutoFit/>
          </a:bodyPr>
          <a:lstStyle/>
          <a:p>
            <a:r>
              <a:rPr lang="en-US" altLang="zh-CN"/>
              <a:t>Part 1</a:t>
            </a:r>
            <a:endParaRPr lang="en-US" altLang="zh-CN"/>
          </a:p>
        </p:txBody>
      </p:sp>
      <p:sp>
        <p:nvSpPr>
          <p:cNvPr id="12" name="文本框 11"/>
          <p:cNvSpPr txBox="1"/>
          <p:nvPr/>
        </p:nvSpPr>
        <p:spPr>
          <a:xfrm>
            <a:off x="4232275" y="3117850"/>
            <a:ext cx="3058795" cy="768350"/>
          </a:xfrm>
          <a:prstGeom prst="rect">
            <a:avLst/>
          </a:prstGeom>
          <a:noFill/>
        </p:spPr>
        <p:txBody>
          <a:bodyPr wrap="square" rtlCol="0">
            <a:spAutoFit/>
          </a:bodyPr>
          <a:lstStyle/>
          <a:p>
            <a:pPr algn="ctr"/>
            <a:r>
              <a:rPr lang="en-US" altLang="zh-CN" sz="4400">
                <a:solidFill>
                  <a:srgbClr val="00182A"/>
                </a:solidFill>
              </a:rPr>
              <a:t>PART  ONE</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矩形 12"/>
          <p:cNvSpPr>
            <a:spLocks noChangeArrowheads="1"/>
          </p:cNvSpPr>
          <p:nvPr/>
        </p:nvSpPr>
        <p:spPr bwMode="auto">
          <a:xfrm>
            <a:off x="576714" y="997029"/>
            <a:ext cx="6054592" cy="56186"/>
          </a:xfrm>
          <a:prstGeom prst="rect">
            <a:avLst/>
          </a:prstGeom>
          <a:solidFill>
            <a:srgbClr val="C7C7C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dirty="0">
              <a:solidFill>
                <a:srgbClr val="66CCFF"/>
              </a:solidFill>
              <a:latin typeface="印品黑体" panose="00000500000000000000" pitchFamily="2" charset="-122"/>
              <a:ea typeface="印品黑体" panose="00000500000000000000" pitchFamily="2" charset="-122"/>
              <a:sym typeface="微软雅黑" panose="020B0503020204020204" pitchFamily="34" charset="-122"/>
            </a:endParaRPr>
          </a:p>
        </p:txBody>
      </p:sp>
      <p:sp>
        <p:nvSpPr>
          <p:cNvPr id="142" name="TextBox 8"/>
          <p:cNvSpPr txBox="1"/>
          <p:nvPr/>
        </p:nvSpPr>
        <p:spPr>
          <a:xfrm>
            <a:off x="648469" y="-20016"/>
            <a:ext cx="9145016" cy="984885"/>
          </a:xfrm>
          <a:prstGeom prst="rect">
            <a:avLst/>
          </a:prstGeom>
          <a:noFill/>
        </p:spPr>
        <p:txBody>
          <a:bodyPr wrap="square" lIns="0" tIns="0" rIns="0" bIns="0" rtlCol="0" anchor="ctr">
            <a:spAutoFit/>
          </a:bodyPr>
          <a:lstStyle/>
          <a:p>
            <a:r>
              <a:rPr lang="zh-CN" altLang="en-US" sz="3200" dirty="0">
                <a:solidFill>
                  <a:srgbClr val="66CCFF"/>
                </a:solidFill>
                <a:latin typeface="印品黑体" panose="00000500000000000000" pitchFamily="2" charset="-122"/>
                <a:ea typeface="印品黑体" panose="00000500000000000000" pitchFamily="2" charset="-122"/>
                <a:sym typeface="Arial" panose="020B0604020202020204" pitchFamily="34" charset="0"/>
              </a:rPr>
              <a:t>研究背景：陆地资源开采造成资源短缺为当今重要     威胁</a:t>
            </a:r>
            <a:endParaRPr lang="zh-CN" altLang="en-US" sz="3200" dirty="0">
              <a:solidFill>
                <a:srgbClr val="66CCFF"/>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143" name="菱形 142"/>
          <p:cNvSpPr/>
          <p:nvPr/>
        </p:nvSpPr>
        <p:spPr>
          <a:xfrm>
            <a:off x="360437" y="359767"/>
            <a:ext cx="216024" cy="216024"/>
          </a:xfrm>
          <a:prstGeom prst="diamond">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印品黑体" panose="00000500000000000000" pitchFamily="2" charset="-122"/>
              <a:ea typeface="印品黑体" panose="00000500000000000000" pitchFamily="2" charset="-122"/>
            </a:endParaRPr>
          </a:p>
        </p:txBody>
      </p:sp>
      <p:sp>
        <p:nvSpPr>
          <p:cNvPr id="2" name="矩形 1"/>
          <p:cNvSpPr/>
          <p:nvPr/>
        </p:nvSpPr>
        <p:spPr>
          <a:xfrm>
            <a:off x="360437" y="1297270"/>
            <a:ext cx="5544616" cy="45822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endParaRPr lang="en-US" altLang="zh-CN" sz="32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endParaRPr lang="en-US" altLang="zh-CN" sz="32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r>
              <a:rPr lang="zh-CN" altLang="zh-CN" sz="3200" kern="100" dirty="0">
                <a:effectLst/>
                <a:latin typeface="Calibri" panose="020F0502020204030204" pitchFamily="34" charset="0"/>
                <a:ea typeface="宋体" panose="02010600030101010101" pitchFamily="2" charset="-122"/>
                <a:cs typeface="Times New Roman" panose="02020603050405020304" pitchFamily="18" charset="0"/>
              </a:rPr>
              <a:t>无人水下航潜器</a:t>
            </a:r>
            <a:r>
              <a:rPr lang="zh-CN" altLang="en-US" sz="3200" b="1" dirty="0">
                <a:latin typeface="微软雅黑" panose="020B0503020204020204" pitchFamily="34" charset="-122"/>
                <a:ea typeface="微软雅黑" panose="020B0503020204020204" pitchFamily="34" charset="-122"/>
              </a:rPr>
              <a:t>：</a:t>
            </a:r>
            <a:endParaRPr lang="en-US" altLang="zh-CN" sz="3200" b="1" dirty="0">
              <a:latin typeface="微软雅黑" panose="020B0503020204020204" pitchFamily="34" charset="-122"/>
              <a:ea typeface="微软雅黑" panose="020B0503020204020204" pitchFamily="34" charset="-122"/>
            </a:endParaRPr>
          </a:p>
          <a:p>
            <a:pPr algn="just">
              <a:lnSpc>
                <a:spcPct val="150000"/>
              </a:lnSpc>
            </a:pPr>
            <a:r>
              <a:rPr lang="en-US" altLang="zh-CN" sz="1800" b="1" kern="100" dirty="0">
                <a:effectLst/>
                <a:latin typeface="+mn-ea"/>
                <a:cs typeface="Times New Roman" panose="02020603050405020304" pitchFamily="18" charset="0"/>
              </a:rPr>
              <a:t>1.</a:t>
            </a:r>
            <a:r>
              <a:rPr lang="zh-CN" altLang="zh-CN" sz="1800" b="1" kern="100" dirty="0">
                <a:effectLst/>
                <a:latin typeface="+mn-ea"/>
                <a:cs typeface="Times New Roman" panose="02020603050405020304" pitchFamily="18" charset="0"/>
              </a:rPr>
              <a:t>控式水下航潜器</a:t>
            </a:r>
            <a:endParaRPr lang="en-US" altLang="zh-CN" sz="1800" b="1" kern="100" dirty="0">
              <a:effectLst/>
              <a:latin typeface="+mn-ea"/>
              <a:cs typeface="Times New Roman" panose="02020603050405020304" pitchFamily="18" charset="0"/>
            </a:endParaRPr>
          </a:p>
          <a:p>
            <a:pPr algn="just">
              <a:lnSpc>
                <a:spcPct val="150000"/>
              </a:lnSpc>
            </a:pPr>
            <a:r>
              <a:rPr lang="en-US" altLang="zh-CN" sz="1800" b="1" kern="100" dirty="0">
                <a:latin typeface="+mn-ea"/>
                <a:cs typeface="Times New Roman" panose="02020603050405020304" pitchFamily="18" charset="0"/>
              </a:rPr>
              <a:t>2.</a:t>
            </a:r>
            <a:r>
              <a:rPr lang="zh-CN" altLang="zh-CN" sz="1800" b="1" kern="100" dirty="0">
                <a:effectLst/>
                <a:latin typeface="+mn-ea"/>
                <a:cs typeface="Times New Roman" panose="02020603050405020304" pitchFamily="18" charset="0"/>
              </a:rPr>
              <a:t>自主式水下航潜器</a:t>
            </a:r>
            <a:endParaRPr lang="en-US" altLang="zh-CN" sz="1800" b="1" kern="100" dirty="0">
              <a:effectLst/>
              <a:latin typeface="+mn-ea"/>
              <a:cs typeface="Times New Roman" panose="02020603050405020304" pitchFamily="18" charset="0"/>
            </a:endParaRPr>
          </a:p>
          <a:p>
            <a:pPr algn="just">
              <a:lnSpc>
                <a:spcPct val="150000"/>
              </a:lnSpc>
            </a:pPr>
            <a:r>
              <a:rPr lang="zh-CN" altLang="en-US" sz="1800" b="1" kern="100" dirty="0">
                <a:latin typeface="+mn-ea"/>
                <a:cs typeface="Times New Roman" panose="02020603050405020304" pitchFamily="18" charset="0"/>
              </a:rPr>
              <a:t>来源：</a:t>
            </a:r>
            <a:r>
              <a:rPr lang="zh-CN" altLang="zh-CN" sz="1800" kern="100" dirty="0">
                <a:latin typeface="+mn-ea"/>
                <a:cs typeface="Times New Roman" panose="02020603050405020304" pitchFamily="18" charset="0"/>
              </a:rPr>
              <a:t>液压马达</a:t>
            </a:r>
            <a:r>
              <a:rPr lang="zh-CN" altLang="zh-CN" sz="1800" kern="100" dirty="0">
                <a:effectLst/>
                <a:latin typeface="+mn-ea"/>
                <a:cs typeface="Times New Roman" panose="02020603050405020304" pitchFamily="18" charset="0"/>
              </a:rPr>
              <a:t>或电磁马达，采用螺旋桨和叶轮等来进行动力推进</a:t>
            </a:r>
            <a:r>
              <a:rPr lang="zh-CN" altLang="en-US" sz="1800" kern="100" dirty="0">
                <a:effectLst/>
                <a:latin typeface="+mn-ea"/>
                <a:cs typeface="Times New Roman" panose="02020603050405020304" pitchFamily="18" charset="0"/>
              </a:rPr>
              <a:t>。</a:t>
            </a:r>
            <a:endParaRPr lang="en-US" altLang="zh-CN" sz="1800" kern="100" dirty="0">
              <a:effectLst/>
              <a:latin typeface="+mn-ea"/>
              <a:cs typeface="Times New Roman" panose="02020603050405020304" pitchFamily="18" charset="0"/>
            </a:endParaRPr>
          </a:p>
          <a:p>
            <a:pPr algn="just">
              <a:lnSpc>
                <a:spcPct val="150000"/>
              </a:lnSpc>
            </a:pPr>
            <a:r>
              <a:rPr lang="zh-CN" altLang="en-US" sz="1800" b="1" kern="100" dirty="0">
                <a:latin typeface="+mn-ea"/>
                <a:cs typeface="Times New Roman" panose="02020603050405020304" pitchFamily="18" charset="0"/>
              </a:rPr>
              <a:t>缺点：</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过于笨重、体积大、推进效率低、功耗大、噪声影响大导致其对环境的扰动性大、瞬间响应不够灵敏、存在高滞后等缺点，在狭窄、复杂、需要精细操作的恶劣环境下很难有所作为</a:t>
            </a:r>
            <a:endParaRPr lang="en-US" altLang="zh-CN" sz="1800" b="1" kern="100" dirty="0">
              <a:latin typeface="+mn-ea"/>
              <a:cs typeface="Times New Roman" panose="02020603050405020304" pitchFamily="18" charset="0"/>
            </a:endParaRPr>
          </a:p>
          <a:p>
            <a:pPr algn="just">
              <a:lnSpc>
                <a:spcPct val="150000"/>
              </a:lnSpc>
            </a:pPr>
            <a:endParaRPr lang="en-US" altLang="zh-CN" sz="1800" b="1" kern="100" dirty="0">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endParaRPr lang="en-US" altLang="zh-CN" sz="1800" b="1" kern="100" dirty="0">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endParaRPr lang="en-US" altLang="zh-CN" sz="1800" kern="100" dirty="0">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endParaRPr lang="en-US" altLang="zh-CN" sz="1800" b="1" kern="100" dirty="0">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endParaRPr lang="en-US" altLang="zh-CN" sz="3200" b="1"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6650936" y="1146577"/>
            <a:ext cx="3142550" cy="1954277"/>
          </a:xfrm>
          <a:prstGeom prst="rect">
            <a:avLst/>
          </a:prstGeom>
          <a:noFill/>
          <a:ln>
            <a:noFill/>
          </a:ln>
        </p:spPr>
      </p:pic>
      <p:pic>
        <p:nvPicPr>
          <p:cNvPr id="4" name="图片 3"/>
          <p:cNvPicPr>
            <a:picLocks noChangeAspect="1"/>
          </p:cNvPicPr>
          <p:nvPr/>
        </p:nvPicPr>
        <p:blipFill>
          <a:blip r:embed="rId2"/>
          <a:stretch>
            <a:fillRect/>
          </a:stretch>
        </p:blipFill>
        <p:spPr>
          <a:xfrm>
            <a:off x="6631306" y="3403833"/>
            <a:ext cx="3217838" cy="2079313"/>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3900" advTm="2229">
        <p14:glitter pattern="hexagon"/>
      </p:transition>
    </mc:Choice>
    <mc:Fallback>
      <p:transition spd="slow" advTm="2229">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136"/>
                                        </p:tgtEl>
                                        <p:attrNameLst>
                                          <p:attrName>style.visibility</p:attrName>
                                        </p:attrNameLst>
                                      </p:cBhvr>
                                      <p:to>
                                        <p:strVal val="visible"/>
                                      </p:to>
                                    </p:set>
                                    <p:anim calcmode="lin" valueType="num">
                                      <p:cBhvr>
                                        <p:cTn id="7" dur="500" fill="hold"/>
                                        <p:tgtEl>
                                          <p:spTgt spid="136"/>
                                        </p:tgtEl>
                                        <p:attrNameLst>
                                          <p:attrName>ppt_x</p:attrName>
                                        </p:attrNameLst>
                                      </p:cBhvr>
                                      <p:tavLst>
                                        <p:tav tm="0">
                                          <p:val>
                                            <p:strVal val="1+#ppt_w/2"/>
                                          </p:val>
                                        </p:tav>
                                        <p:tav tm="100000">
                                          <p:val>
                                            <p:strVal val="#ppt_x"/>
                                          </p:val>
                                        </p:tav>
                                      </p:tavLst>
                                    </p:anim>
                                    <p:anim calcmode="lin" valueType="num">
                                      <p:cBhvr>
                                        <p:cTn id="8" dur="500" fill="hold"/>
                                        <p:tgtEl>
                                          <p:spTgt spid="1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bldLvl="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右大括号 3"/>
          <p:cNvSpPr/>
          <p:nvPr/>
        </p:nvSpPr>
        <p:spPr>
          <a:xfrm>
            <a:off x="5643154" y="1887857"/>
            <a:ext cx="288032" cy="2988332"/>
          </a:xfrm>
          <a:prstGeom prst="righ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TextBox 8"/>
          <p:cNvSpPr txBox="1"/>
          <p:nvPr/>
        </p:nvSpPr>
        <p:spPr>
          <a:xfrm>
            <a:off x="648469" y="226363"/>
            <a:ext cx="3949155" cy="492125"/>
          </a:xfrm>
          <a:prstGeom prst="rect">
            <a:avLst/>
          </a:prstGeom>
          <a:noFill/>
        </p:spPr>
        <p:txBody>
          <a:bodyPr wrap="square" lIns="0" tIns="0" rIns="0" bIns="0" rtlCol="0" anchor="ctr">
            <a:spAutoFit/>
          </a:bodyPr>
          <a:lstStyle/>
          <a:p>
            <a:r>
              <a:rPr lang="zh-CN" altLang="en-US" sz="3200" dirty="0">
                <a:solidFill>
                  <a:srgbClr val="66CCFF"/>
                </a:solidFill>
                <a:latin typeface="印品黑体" panose="00000500000000000000" pitchFamily="2" charset="-122"/>
                <a:ea typeface="印品黑体" panose="00000500000000000000" pitchFamily="2" charset="-122"/>
                <a:sym typeface="Arial" panose="020B0604020202020204" pitchFamily="34" charset="0"/>
              </a:rPr>
              <a:t>设计特点</a:t>
            </a:r>
            <a:endParaRPr lang="zh-CN" altLang="en-US" sz="3200" dirty="0">
              <a:solidFill>
                <a:srgbClr val="66CCFF"/>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10" name="菱形 9"/>
          <p:cNvSpPr/>
          <p:nvPr/>
        </p:nvSpPr>
        <p:spPr>
          <a:xfrm>
            <a:off x="360437" y="359767"/>
            <a:ext cx="216024" cy="216024"/>
          </a:xfrm>
          <a:prstGeom prst="diamond">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印品黑体" panose="00000500000000000000" pitchFamily="2" charset="-122"/>
              <a:ea typeface="印品黑体" panose="00000500000000000000" pitchFamily="2" charset="-122"/>
            </a:endParaRPr>
          </a:p>
        </p:txBody>
      </p:sp>
      <p:sp>
        <p:nvSpPr>
          <p:cNvPr id="6" name="矩形 5"/>
          <p:cNvSpPr/>
          <p:nvPr/>
        </p:nvSpPr>
        <p:spPr>
          <a:xfrm>
            <a:off x="6265093" y="1223863"/>
            <a:ext cx="4340432" cy="45365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50000"/>
              </a:lnSpc>
              <a:defRPr>
                <a:uFillTx/>
              </a:defRPr>
            </a:pPr>
            <a:r>
              <a:rPr lang="zh-CN" altLang="en-US" sz="2400" b="1" dirty="0">
                <a:solidFill>
                  <a:schemeClr val="bg1"/>
                </a:solidFill>
                <a:uFill>
                  <a:solidFill>
                    <a:srgbClr val="FFFFFF"/>
                  </a:solidFill>
                </a:uFill>
                <a:latin typeface="微软雅黑" panose="020B0503020204020204" pitchFamily="34" charset="-122"/>
                <a:ea typeface="微软雅黑" panose="020B0503020204020204" pitchFamily="34" charset="-122"/>
                <a:sym typeface="Bebas Neue"/>
              </a:rPr>
              <a:t>仿生机器鱼未来应用</a:t>
            </a:r>
            <a:endParaRPr lang="en-US" altLang="zh-CN" sz="2400" b="1" dirty="0">
              <a:solidFill>
                <a:schemeClr val="bg1"/>
              </a:solidFill>
              <a:uFill>
                <a:solidFill>
                  <a:srgbClr val="FFFFFF"/>
                </a:solidFill>
              </a:uFill>
              <a:latin typeface="微软雅黑" panose="020B0503020204020204" pitchFamily="34" charset="-122"/>
              <a:ea typeface="微软雅黑" panose="020B0503020204020204" pitchFamily="34" charset="-122"/>
              <a:sym typeface="Bebas Neue"/>
            </a:endParaRPr>
          </a:p>
          <a:p>
            <a:pPr indent="355600" algn="just"/>
            <a:r>
              <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rPr>
              <a:t>仿生机器鱼未来应用领域有以下几点： </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indent="355600" algn="just"/>
            <a:r>
              <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rPr>
              <a:t>）水质检测及水生环境实时监控； </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indent="355600" algn="just"/>
            <a:r>
              <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rPr>
              <a:t>）海洋生物的探索； </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indent="355600" algn="just"/>
            <a:r>
              <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3</a:t>
            </a:r>
            <a:r>
              <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rPr>
              <a:t>）水下探测及救援； </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indent="355600" algn="just"/>
            <a:r>
              <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4</a:t>
            </a:r>
            <a:r>
              <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rPr>
              <a:t>）狭窄、复杂空间的检测与工作； </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indent="355600" algn="just"/>
            <a:r>
              <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5</a:t>
            </a:r>
            <a:r>
              <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rPr>
              <a:t>）军事领域应用； </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indent="355600" algn="just"/>
            <a:r>
              <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6</a:t>
            </a:r>
            <a:r>
              <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rPr>
              <a:t>）娱乐、观赏领域；</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lvl="0" algn="ctr">
              <a:lnSpc>
                <a:spcPct val="150000"/>
              </a:lnSpc>
              <a:defRPr>
                <a:uFillTx/>
              </a:defRPr>
            </a:pPr>
            <a:endParaRPr lang="zh-CN" altLang="en-US" sz="2400" b="1" dirty="0">
              <a:solidFill>
                <a:schemeClr val="bg1"/>
              </a:solidFill>
              <a:uFill>
                <a:solidFill>
                  <a:srgbClr val="FFFFFF"/>
                </a:solidFill>
              </a:uFill>
              <a:latin typeface="微软雅黑" panose="020B0503020204020204" pitchFamily="34" charset="-122"/>
              <a:ea typeface="微软雅黑" panose="020B0503020204020204" pitchFamily="34" charset="-122"/>
              <a:sym typeface="Bebas Neue"/>
            </a:endParaRPr>
          </a:p>
        </p:txBody>
      </p:sp>
      <p:pic>
        <p:nvPicPr>
          <p:cNvPr id="16" name="图片 15"/>
          <p:cNvPicPr>
            <a:picLocks noChangeAspect="1"/>
          </p:cNvPicPr>
          <p:nvPr/>
        </p:nvPicPr>
        <p:blipFill>
          <a:blip r:embed="rId1"/>
          <a:stretch>
            <a:fillRect/>
          </a:stretch>
        </p:blipFill>
        <p:spPr>
          <a:xfrm>
            <a:off x="916550" y="1223863"/>
            <a:ext cx="3830247" cy="2158160"/>
          </a:xfrm>
          <a:prstGeom prst="rect">
            <a:avLst/>
          </a:prstGeom>
        </p:spPr>
      </p:pic>
      <p:sp>
        <p:nvSpPr>
          <p:cNvPr id="17" name="文本框 16"/>
          <p:cNvSpPr txBox="1"/>
          <p:nvPr/>
        </p:nvSpPr>
        <p:spPr>
          <a:xfrm>
            <a:off x="1107927" y="3734269"/>
            <a:ext cx="3830247" cy="2215991"/>
          </a:xfrm>
          <a:prstGeom prst="rect">
            <a:avLst/>
          </a:prstGeom>
          <a:noFill/>
        </p:spPr>
        <p:txBody>
          <a:bodyPr wrap="square" rtlCol="0">
            <a:spAutoFit/>
          </a:bodyPr>
          <a:lstStyle/>
          <a:p>
            <a:r>
              <a:rPr lang="zh-CN" altLang="en-US" dirty="0">
                <a:solidFill>
                  <a:schemeClr val="accent1">
                    <a:lumMod val="50000"/>
                  </a:schemeClr>
                </a:solidFill>
              </a:rPr>
              <a:t>该仿生机器鱼的仿生灵感来源于乌贼、海涡虫等生物的游动形态，这类生物的游动是通过纵鳍产生连续的波浪，并沿自己的体长推动身体前行</a:t>
            </a:r>
            <a:endParaRPr lang="zh-CN" altLang="en-US" dirty="0">
              <a:solidFill>
                <a:schemeClr val="accent1">
                  <a:lumMod val="50000"/>
                </a:schemeClr>
              </a:solidFill>
            </a:endParaRPr>
          </a:p>
        </p:txBody>
      </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p:txBody>
          <a:bodyPr/>
          <a:lstStyle/>
          <a:p>
            <a:r>
              <a:rPr kumimoji="1" lang="zh-CN" altLang="en-US" dirty="0"/>
              <a:t>选题背景</a:t>
            </a:r>
            <a:endParaRPr kumimoji="1" lang="zh-CN" altLang="en-US" dirty="0"/>
          </a:p>
        </p:txBody>
      </p:sp>
      <p:sp>
        <p:nvSpPr>
          <p:cNvPr id="4" name="文本占位符 3"/>
          <p:cNvSpPr>
            <a:spLocks noGrp="1"/>
          </p:cNvSpPr>
          <p:nvPr>
            <p:ph type="body" sz="quarter" idx="12"/>
          </p:nvPr>
        </p:nvSpPr>
        <p:spPr/>
        <p:txBody>
          <a:bodyPr/>
          <a:lstStyle/>
          <a:p>
            <a:r>
              <a:rPr kumimoji="1" lang="en-US" altLang="zh-CN" dirty="0"/>
              <a:t>PART</a:t>
            </a:r>
            <a:r>
              <a:rPr kumimoji="1" lang="zh-CN" altLang="en-US" dirty="0"/>
              <a:t> </a:t>
            </a:r>
            <a:r>
              <a:rPr kumimoji="1" lang="en-US" altLang="zh-CN" dirty="0"/>
              <a:t>ONE</a:t>
            </a:r>
            <a:endParaRPr kumimoji="1" lang="zh-CN" altLang="en-US" dirty="0"/>
          </a:p>
        </p:txBody>
      </p:sp>
      <p:sp>
        <p:nvSpPr>
          <p:cNvPr id="10" name="文本框 9"/>
          <p:cNvSpPr txBox="1"/>
          <p:nvPr/>
        </p:nvSpPr>
        <p:spPr>
          <a:xfrm>
            <a:off x="3906520" y="2103120"/>
            <a:ext cx="4047490" cy="1014730"/>
          </a:xfrm>
          <a:prstGeom prst="rect">
            <a:avLst/>
          </a:prstGeom>
          <a:noFill/>
        </p:spPr>
        <p:txBody>
          <a:bodyPr wrap="square" rtlCol="0">
            <a:spAutoFit/>
          </a:bodyPr>
          <a:lstStyle/>
          <a:p>
            <a:pPr algn="ctr"/>
            <a:r>
              <a:rPr lang="zh-CN" altLang="en-US" sz="6000">
                <a:solidFill>
                  <a:srgbClr val="00182A"/>
                </a:solidFill>
              </a:rPr>
              <a:t>设计内容</a:t>
            </a:r>
            <a:endParaRPr lang="zh-CN" altLang="en-US" sz="6000">
              <a:solidFill>
                <a:srgbClr val="00182A"/>
              </a:solidFill>
            </a:endParaRPr>
          </a:p>
        </p:txBody>
      </p:sp>
      <p:sp>
        <p:nvSpPr>
          <p:cNvPr id="11" name="文本框 10"/>
          <p:cNvSpPr txBox="1"/>
          <p:nvPr/>
        </p:nvSpPr>
        <p:spPr>
          <a:xfrm>
            <a:off x="817245" y="789305"/>
            <a:ext cx="2579370" cy="445135"/>
          </a:xfrm>
          <a:prstGeom prst="rect">
            <a:avLst/>
          </a:prstGeom>
          <a:noFill/>
        </p:spPr>
        <p:txBody>
          <a:bodyPr wrap="square" rtlCol="0">
            <a:spAutoFit/>
          </a:bodyPr>
          <a:lstStyle/>
          <a:p>
            <a:r>
              <a:rPr lang="en-US" altLang="zh-CN"/>
              <a:t>Part 1</a:t>
            </a:r>
            <a:endParaRPr lang="en-US" altLang="zh-CN"/>
          </a:p>
        </p:txBody>
      </p:sp>
      <p:sp>
        <p:nvSpPr>
          <p:cNvPr id="12" name="文本框 11"/>
          <p:cNvSpPr txBox="1"/>
          <p:nvPr/>
        </p:nvSpPr>
        <p:spPr>
          <a:xfrm>
            <a:off x="4232275" y="3117850"/>
            <a:ext cx="3058795" cy="768350"/>
          </a:xfrm>
          <a:prstGeom prst="rect">
            <a:avLst/>
          </a:prstGeom>
          <a:noFill/>
        </p:spPr>
        <p:txBody>
          <a:bodyPr wrap="square" rtlCol="0">
            <a:spAutoFit/>
          </a:bodyPr>
          <a:lstStyle/>
          <a:p>
            <a:pPr algn="ctr"/>
            <a:r>
              <a:rPr lang="en-US" altLang="zh-CN" sz="4400">
                <a:solidFill>
                  <a:srgbClr val="00182A"/>
                </a:solidFill>
              </a:rPr>
              <a:t>PART  TWO</a:t>
            </a:r>
            <a:endParaRPr lang="en-US" altLang="zh-CN" sz="4400">
              <a:solidFill>
                <a:srgbClr val="00182A"/>
              </a:solidFill>
            </a:endParaRPr>
          </a:p>
        </p:txBody>
      </p:sp>
      <p:sp>
        <p:nvSpPr>
          <p:cNvPr id="19" name="矩形 18"/>
          <p:cNvSpPr/>
          <p:nvPr/>
        </p:nvSpPr>
        <p:spPr>
          <a:xfrm>
            <a:off x="4558030" y="4018915"/>
            <a:ext cx="2481580" cy="76200"/>
          </a:xfrm>
          <a:prstGeom prst="rect">
            <a:avLst/>
          </a:prstGeom>
          <a:solidFill>
            <a:schemeClr val="accent2"/>
          </a:solidFill>
          <a:ln w="12700" cap="flat" cmpd="sng" algn="ctr">
            <a:noFill/>
            <a:prstDash val="solid"/>
            <a:miter lim="800000"/>
          </a:ln>
          <a:effectLst/>
        </p:spPr>
        <p:txBody>
          <a:bodyPr rot="0" spcFirstLastPara="0" vertOverflow="overflow" horzOverflow="overflow" vert="horz" wrap="square" lIns="86402" tIns="43201" rIns="86402" bIns="43201" numCol="1" spcCol="0" rtlCol="0" fromWordArt="0" anchor="ctr" anchorCtr="0" forceAA="0" compatLnSpc="1">
            <a:noAutofit/>
          </a:bodyPr>
          <a:lstStyle/>
          <a:p>
            <a:pPr algn="ctr" defTabSz="914400">
              <a:defRPr/>
            </a:pPr>
            <a:endParaRPr lang="zh-CN" altLang="en-US" sz="2175" kern="0">
              <a:solidFill>
                <a:prstClr val="white"/>
              </a:solidFill>
              <a:latin typeface="Segoe UI" panose="020B0502040204020203"/>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251570" y="208005"/>
            <a:ext cx="3517414" cy="513615"/>
          </a:xfrm>
        </p:spPr>
        <p:txBody>
          <a:bodyPr/>
          <a:lstStyle/>
          <a:p>
            <a:r>
              <a:rPr kumimoji="1" lang="en-US" altLang="zh-CN" sz="3025" dirty="0">
                <a:latin typeface="宋体" panose="02010600030101010101" pitchFamily="2" charset="-122"/>
                <a:ea typeface="宋体" panose="02010600030101010101" pitchFamily="2" charset="-122"/>
              </a:rPr>
              <a:t>PART</a:t>
            </a:r>
            <a:r>
              <a:rPr kumimoji="1" lang="zh-CN" altLang="en-US" sz="3025" dirty="0">
                <a:latin typeface="宋体" panose="02010600030101010101" pitchFamily="2" charset="-122"/>
                <a:ea typeface="宋体" panose="02010600030101010101" pitchFamily="2" charset="-122"/>
              </a:rPr>
              <a:t> </a:t>
            </a:r>
            <a:r>
              <a:rPr kumimoji="1" lang="en-US" altLang="zh-CN" sz="3025" dirty="0">
                <a:latin typeface="宋体" panose="02010600030101010101" pitchFamily="2" charset="-122"/>
                <a:ea typeface="宋体" panose="02010600030101010101" pitchFamily="2" charset="-122"/>
              </a:rPr>
              <a:t>TWO</a:t>
            </a:r>
            <a:r>
              <a:rPr kumimoji="1" lang="zh-CN" altLang="en-US" sz="3025" dirty="0">
                <a:latin typeface="宋体" panose="02010600030101010101" pitchFamily="2" charset="-122"/>
                <a:ea typeface="宋体" panose="02010600030101010101" pitchFamily="2" charset="-122"/>
              </a:rPr>
              <a:t> 论文结构</a:t>
            </a:r>
            <a:endParaRPr kumimoji="1" lang="zh-CN" altLang="en-US" sz="3025" dirty="0">
              <a:latin typeface="宋体" panose="02010600030101010101" pitchFamily="2" charset="-122"/>
              <a:ea typeface="宋体" panose="02010600030101010101" pitchFamily="2" charset="-122"/>
            </a:endParaRPr>
          </a:p>
        </p:txBody>
      </p:sp>
      <p:grpSp>
        <p:nvGrpSpPr>
          <p:cNvPr id="3" name="组 2"/>
          <p:cNvGrpSpPr/>
          <p:nvPr/>
        </p:nvGrpSpPr>
        <p:grpSpPr>
          <a:xfrm>
            <a:off x="-199123" y="2748074"/>
            <a:ext cx="12074491" cy="973627"/>
            <a:chOff x="-211666" y="2908300"/>
            <a:chExt cx="12778491" cy="1030394"/>
          </a:xfrm>
        </p:grpSpPr>
        <p:grpSp>
          <p:nvGrpSpPr>
            <p:cNvPr id="4" name="组合 21"/>
            <p:cNvGrpSpPr/>
            <p:nvPr/>
          </p:nvGrpSpPr>
          <p:grpSpPr>
            <a:xfrm>
              <a:off x="-211666" y="2970613"/>
              <a:ext cx="12778491" cy="912541"/>
              <a:chOff x="0" y="2158337"/>
              <a:chExt cx="12778491" cy="912541"/>
            </a:xfrm>
          </p:grpSpPr>
          <p:sp>
            <p:nvSpPr>
              <p:cNvPr id="28" name="矩形 27"/>
              <p:cNvSpPr/>
              <p:nvPr/>
            </p:nvSpPr>
            <p:spPr>
              <a:xfrm>
                <a:off x="211666" y="2513302"/>
                <a:ext cx="12192000" cy="2110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2" tIns="43201" rIns="86402" bIns="43201" numCol="1" spcCol="0" rtlCol="0" fromWordArt="0" anchor="ctr" anchorCtr="0" forceAA="0" compatLnSpc="1">
                <a:noAutofit/>
              </a:bodyPr>
              <a:lstStyle/>
              <a:p>
                <a:pPr algn="ctr"/>
                <a:endParaRPr lang="zh-CN" altLang="en-US" sz="2175" dirty="0">
                  <a:solidFill>
                    <a:srgbClr val="FFFFFF"/>
                  </a:solidFill>
                </a:endParaRPr>
              </a:p>
            </p:txBody>
          </p:sp>
          <p:sp>
            <p:nvSpPr>
              <p:cNvPr id="29" name="等腰三角形 5"/>
              <p:cNvSpPr/>
              <p:nvPr/>
            </p:nvSpPr>
            <p:spPr>
              <a:xfrm>
                <a:off x="0"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2" tIns="43201" rIns="86402" bIns="43201" numCol="1" spcCol="0" rtlCol="0" fromWordArt="0" anchor="ctr" anchorCtr="0" forceAA="0" compatLnSpc="1">
                <a:noAutofit/>
              </a:bodyPr>
              <a:lstStyle/>
              <a:p>
                <a:pPr algn="ctr"/>
                <a:endParaRPr lang="zh-CN" altLang="en-US" sz="2175">
                  <a:solidFill>
                    <a:srgbClr val="FFFFFF"/>
                  </a:solidFill>
                </a:endParaRPr>
              </a:p>
            </p:txBody>
          </p:sp>
          <p:sp>
            <p:nvSpPr>
              <p:cNvPr id="30" name="等腰三角形 7"/>
              <p:cNvSpPr/>
              <p:nvPr/>
            </p:nvSpPr>
            <p:spPr>
              <a:xfrm>
                <a:off x="1056391"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2" tIns="43201" rIns="86402" bIns="43201" numCol="1" spcCol="0" rtlCol="0" fromWordArt="0" anchor="ctr" anchorCtr="0" forceAA="0" compatLnSpc="1">
                <a:noAutofit/>
              </a:bodyPr>
              <a:lstStyle/>
              <a:p>
                <a:pPr algn="ctr"/>
                <a:endParaRPr lang="zh-CN" altLang="en-US" sz="2175">
                  <a:solidFill>
                    <a:srgbClr val="FFFFFF"/>
                  </a:solidFill>
                </a:endParaRPr>
              </a:p>
            </p:txBody>
          </p:sp>
          <p:sp>
            <p:nvSpPr>
              <p:cNvPr id="31" name="等腰三角形 8"/>
              <p:cNvSpPr/>
              <p:nvPr/>
            </p:nvSpPr>
            <p:spPr>
              <a:xfrm>
                <a:off x="2120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2" tIns="43201" rIns="86402" bIns="43201" numCol="1" spcCol="0" rtlCol="0" fromWordArt="0" anchor="ctr" anchorCtr="0" forceAA="0" compatLnSpc="1">
                <a:noAutofit/>
              </a:bodyPr>
              <a:lstStyle/>
              <a:p>
                <a:pPr algn="ctr"/>
                <a:endParaRPr lang="zh-CN" altLang="en-US" sz="2175">
                  <a:solidFill>
                    <a:srgbClr val="FFFFFF"/>
                  </a:solidFill>
                </a:endParaRPr>
              </a:p>
            </p:txBody>
          </p:sp>
          <p:sp>
            <p:nvSpPr>
              <p:cNvPr id="32" name="等腰三角形 9"/>
              <p:cNvSpPr/>
              <p:nvPr/>
            </p:nvSpPr>
            <p:spPr>
              <a:xfrm>
                <a:off x="3187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2" tIns="43201" rIns="86402" bIns="43201" numCol="1" spcCol="0" rtlCol="0" fromWordArt="0" anchor="ctr" anchorCtr="0" forceAA="0" compatLnSpc="1">
                <a:noAutofit/>
              </a:bodyPr>
              <a:lstStyle/>
              <a:p>
                <a:pPr algn="ctr"/>
                <a:endParaRPr lang="zh-CN" altLang="en-US" sz="2175">
                  <a:solidFill>
                    <a:srgbClr val="FFFFFF"/>
                  </a:solidFill>
                </a:endParaRPr>
              </a:p>
            </p:txBody>
          </p:sp>
          <p:sp>
            <p:nvSpPr>
              <p:cNvPr id="33" name="等腰三角形 10"/>
              <p:cNvSpPr/>
              <p:nvPr/>
            </p:nvSpPr>
            <p:spPr>
              <a:xfrm>
                <a:off x="4254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2" tIns="43201" rIns="86402" bIns="43201" numCol="1" spcCol="0" rtlCol="0" fromWordArt="0" anchor="ctr" anchorCtr="0" forceAA="0" compatLnSpc="1">
                <a:noAutofit/>
              </a:bodyPr>
              <a:lstStyle/>
              <a:p>
                <a:pPr algn="ctr"/>
                <a:endParaRPr lang="zh-CN" altLang="en-US" sz="2175">
                  <a:solidFill>
                    <a:srgbClr val="FFFFFF"/>
                  </a:solidFill>
                </a:endParaRPr>
              </a:p>
            </p:txBody>
          </p:sp>
          <p:sp>
            <p:nvSpPr>
              <p:cNvPr id="34" name="等腰三角形 11"/>
              <p:cNvSpPr/>
              <p:nvPr/>
            </p:nvSpPr>
            <p:spPr>
              <a:xfrm>
                <a:off x="5321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2" tIns="43201" rIns="86402" bIns="43201" numCol="1" spcCol="0" rtlCol="0" fromWordArt="0" anchor="ctr" anchorCtr="0" forceAA="0" compatLnSpc="1">
                <a:noAutofit/>
              </a:bodyPr>
              <a:lstStyle/>
              <a:p>
                <a:pPr algn="ctr"/>
                <a:endParaRPr lang="zh-CN" altLang="en-US" sz="2175">
                  <a:solidFill>
                    <a:srgbClr val="FFFFFF"/>
                  </a:solidFill>
                </a:endParaRPr>
              </a:p>
            </p:txBody>
          </p:sp>
          <p:sp>
            <p:nvSpPr>
              <p:cNvPr id="35" name="等腰三角形 12"/>
              <p:cNvSpPr/>
              <p:nvPr/>
            </p:nvSpPr>
            <p:spPr>
              <a:xfrm>
                <a:off x="6388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2" tIns="43201" rIns="86402" bIns="43201" numCol="1" spcCol="0" rtlCol="0" fromWordArt="0" anchor="ctr" anchorCtr="0" forceAA="0" compatLnSpc="1">
                <a:noAutofit/>
              </a:bodyPr>
              <a:lstStyle/>
              <a:p>
                <a:pPr algn="ctr"/>
                <a:endParaRPr lang="zh-CN" altLang="en-US" sz="2175">
                  <a:solidFill>
                    <a:srgbClr val="FFFFFF"/>
                  </a:solidFill>
                </a:endParaRPr>
              </a:p>
            </p:txBody>
          </p:sp>
          <p:sp>
            <p:nvSpPr>
              <p:cNvPr id="36" name="等腰三角形 13"/>
              <p:cNvSpPr/>
              <p:nvPr/>
            </p:nvSpPr>
            <p:spPr>
              <a:xfrm>
                <a:off x="7454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2" tIns="43201" rIns="86402" bIns="43201" numCol="1" spcCol="0" rtlCol="0" fromWordArt="0" anchor="ctr" anchorCtr="0" forceAA="0" compatLnSpc="1">
                <a:noAutofit/>
              </a:bodyPr>
              <a:lstStyle/>
              <a:p>
                <a:pPr algn="ctr"/>
                <a:endParaRPr lang="zh-CN" altLang="en-US" sz="2175">
                  <a:solidFill>
                    <a:srgbClr val="FFFFFF"/>
                  </a:solidFill>
                </a:endParaRPr>
              </a:p>
            </p:txBody>
          </p:sp>
          <p:sp>
            <p:nvSpPr>
              <p:cNvPr id="37" name="等腰三角形 14"/>
              <p:cNvSpPr/>
              <p:nvPr/>
            </p:nvSpPr>
            <p:spPr>
              <a:xfrm>
                <a:off x="8521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2" tIns="43201" rIns="86402" bIns="43201" numCol="1" spcCol="0" rtlCol="0" fromWordArt="0" anchor="ctr" anchorCtr="0" forceAA="0" compatLnSpc="1">
                <a:noAutofit/>
              </a:bodyPr>
              <a:lstStyle/>
              <a:p>
                <a:pPr algn="ctr"/>
                <a:endParaRPr lang="zh-CN" altLang="en-US" sz="2175">
                  <a:solidFill>
                    <a:srgbClr val="FFFFFF"/>
                  </a:solidFill>
                </a:endParaRPr>
              </a:p>
            </p:txBody>
          </p:sp>
          <p:sp>
            <p:nvSpPr>
              <p:cNvPr id="38" name="等腰三角形 15"/>
              <p:cNvSpPr/>
              <p:nvPr/>
            </p:nvSpPr>
            <p:spPr>
              <a:xfrm>
                <a:off x="9588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2" tIns="43201" rIns="86402" bIns="43201" numCol="1" spcCol="0" rtlCol="0" fromWordArt="0" anchor="ctr" anchorCtr="0" forceAA="0" compatLnSpc="1">
                <a:noAutofit/>
              </a:bodyPr>
              <a:lstStyle/>
              <a:p>
                <a:pPr algn="ctr"/>
                <a:endParaRPr lang="zh-CN" altLang="en-US" sz="2175">
                  <a:solidFill>
                    <a:srgbClr val="FFFFFF"/>
                  </a:solidFill>
                </a:endParaRPr>
              </a:p>
            </p:txBody>
          </p:sp>
          <p:sp>
            <p:nvSpPr>
              <p:cNvPr id="39" name="等腰三角形 16"/>
              <p:cNvSpPr/>
              <p:nvPr/>
            </p:nvSpPr>
            <p:spPr>
              <a:xfrm>
                <a:off x="10655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2" tIns="43201" rIns="86402" bIns="43201" numCol="1" spcCol="0" rtlCol="0" fromWordArt="0" anchor="ctr" anchorCtr="0" forceAA="0" compatLnSpc="1">
                <a:noAutofit/>
              </a:bodyPr>
              <a:lstStyle/>
              <a:p>
                <a:pPr algn="ctr"/>
                <a:endParaRPr lang="zh-CN" altLang="en-US" sz="2175">
                  <a:solidFill>
                    <a:srgbClr val="FFFFFF"/>
                  </a:solidFill>
                </a:endParaRPr>
              </a:p>
            </p:txBody>
          </p:sp>
          <p:sp>
            <p:nvSpPr>
              <p:cNvPr id="40" name="等腰三角形 17"/>
              <p:cNvSpPr/>
              <p:nvPr/>
            </p:nvSpPr>
            <p:spPr>
              <a:xfrm>
                <a:off x="11722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2" tIns="43201" rIns="86402" bIns="43201" numCol="1" spcCol="0" rtlCol="0" fromWordArt="0" anchor="ctr" anchorCtr="0" forceAA="0" compatLnSpc="1">
                <a:noAutofit/>
              </a:bodyPr>
              <a:lstStyle/>
              <a:p>
                <a:pPr algn="ctr"/>
                <a:endParaRPr lang="zh-CN" altLang="en-US" sz="2175">
                  <a:solidFill>
                    <a:srgbClr val="FFFFFF"/>
                  </a:solidFill>
                </a:endParaRPr>
              </a:p>
            </p:txBody>
          </p:sp>
          <p:cxnSp>
            <p:nvCxnSpPr>
              <p:cNvPr id="41" name="直接连接符 19"/>
              <p:cNvCxnSpPr/>
              <p:nvPr/>
            </p:nvCxnSpPr>
            <p:spPr>
              <a:xfrm>
                <a:off x="0" y="3060294"/>
                <a:ext cx="1277849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5" name="椭圆 4"/>
            <p:cNvSpPr/>
            <p:nvPr/>
          </p:nvSpPr>
          <p:spPr>
            <a:xfrm flipH="1">
              <a:off x="258956" y="291304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75">
                <a:solidFill>
                  <a:srgbClr val="FFFFFF"/>
                </a:solidFill>
              </a:endParaRPr>
            </a:p>
          </p:txBody>
        </p:sp>
        <p:sp>
          <p:nvSpPr>
            <p:cNvPr id="6" name="椭圆 5"/>
            <p:cNvSpPr/>
            <p:nvPr/>
          </p:nvSpPr>
          <p:spPr>
            <a:xfrm flipH="1">
              <a:off x="787152" y="3823548"/>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75">
                <a:solidFill>
                  <a:srgbClr val="FFFFFF"/>
                </a:solidFill>
              </a:endParaRPr>
            </a:p>
          </p:txBody>
        </p:sp>
        <p:sp>
          <p:nvSpPr>
            <p:cNvPr id="7" name="椭圆 6"/>
            <p:cNvSpPr/>
            <p:nvPr/>
          </p:nvSpPr>
          <p:spPr>
            <a:xfrm flipH="1">
              <a:off x="1320800" y="29083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75">
                <a:solidFill>
                  <a:srgbClr val="FFFFFF"/>
                </a:solidFill>
              </a:endParaRPr>
            </a:p>
          </p:txBody>
        </p:sp>
        <p:sp>
          <p:nvSpPr>
            <p:cNvPr id="8" name="椭圆 7"/>
            <p:cNvSpPr/>
            <p:nvPr/>
          </p:nvSpPr>
          <p:spPr>
            <a:xfrm flipH="1">
              <a:off x="2387600" y="29083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75">
                <a:solidFill>
                  <a:srgbClr val="FFFFFF"/>
                </a:solidFill>
              </a:endParaRPr>
            </a:p>
          </p:txBody>
        </p:sp>
        <p:sp>
          <p:nvSpPr>
            <p:cNvPr id="9" name="椭圆 8"/>
            <p:cNvSpPr/>
            <p:nvPr/>
          </p:nvSpPr>
          <p:spPr>
            <a:xfrm flipH="1">
              <a:off x="3454400" y="29083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75">
                <a:solidFill>
                  <a:srgbClr val="FFFFFF"/>
                </a:solidFill>
              </a:endParaRPr>
            </a:p>
          </p:txBody>
        </p:sp>
        <p:sp>
          <p:nvSpPr>
            <p:cNvPr id="10" name="椭圆 9"/>
            <p:cNvSpPr/>
            <p:nvPr/>
          </p:nvSpPr>
          <p:spPr>
            <a:xfrm flipH="1">
              <a:off x="4521200" y="29083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75">
                <a:solidFill>
                  <a:srgbClr val="FFFFFF"/>
                </a:solidFill>
              </a:endParaRPr>
            </a:p>
          </p:txBody>
        </p:sp>
        <p:sp>
          <p:nvSpPr>
            <p:cNvPr id="11" name="椭圆 10"/>
            <p:cNvSpPr/>
            <p:nvPr/>
          </p:nvSpPr>
          <p:spPr>
            <a:xfrm flipH="1">
              <a:off x="5588000" y="29083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75">
                <a:solidFill>
                  <a:srgbClr val="FFFFFF"/>
                </a:solidFill>
              </a:endParaRPr>
            </a:p>
          </p:txBody>
        </p:sp>
        <p:sp>
          <p:nvSpPr>
            <p:cNvPr id="12" name="椭圆 11"/>
            <p:cNvSpPr/>
            <p:nvPr/>
          </p:nvSpPr>
          <p:spPr>
            <a:xfrm flipH="1">
              <a:off x="6654800" y="29083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75">
                <a:solidFill>
                  <a:srgbClr val="FFFFFF"/>
                </a:solidFill>
              </a:endParaRPr>
            </a:p>
          </p:txBody>
        </p:sp>
        <p:sp>
          <p:nvSpPr>
            <p:cNvPr id="13" name="椭圆 12"/>
            <p:cNvSpPr/>
            <p:nvPr/>
          </p:nvSpPr>
          <p:spPr>
            <a:xfrm flipH="1">
              <a:off x="7721600" y="29083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75">
                <a:solidFill>
                  <a:srgbClr val="FFFFFF"/>
                </a:solidFill>
              </a:endParaRPr>
            </a:p>
          </p:txBody>
        </p:sp>
        <p:sp>
          <p:nvSpPr>
            <p:cNvPr id="14" name="椭圆 13"/>
            <p:cNvSpPr/>
            <p:nvPr/>
          </p:nvSpPr>
          <p:spPr>
            <a:xfrm flipH="1">
              <a:off x="8788400" y="29083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75">
                <a:solidFill>
                  <a:srgbClr val="FFFFFF"/>
                </a:solidFill>
              </a:endParaRPr>
            </a:p>
          </p:txBody>
        </p:sp>
        <p:sp>
          <p:nvSpPr>
            <p:cNvPr id="15" name="椭圆 14"/>
            <p:cNvSpPr/>
            <p:nvPr/>
          </p:nvSpPr>
          <p:spPr>
            <a:xfrm flipH="1">
              <a:off x="9855200" y="29083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75">
                <a:solidFill>
                  <a:srgbClr val="FFFFFF"/>
                </a:solidFill>
              </a:endParaRPr>
            </a:p>
          </p:txBody>
        </p:sp>
        <p:sp>
          <p:nvSpPr>
            <p:cNvPr id="16" name="椭圆 15"/>
            <p:cNvSpPr/>
            <p:nvPr/>
          </p:nvSpPr>
          <p:spPr>
            <a:xfrm flipH="1">
              <a:off x="10922000" y="29083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75">
                <a:solidFill>
                  <a:srgbClr val="FFFFFF"/>
                </a:solidFill>
              </a:endParaRPr>
            </a:p>
          </p:txBody>
        </p:sp>
        <p:sp>
          <p:nvSpPr>
            <p:cNvPr id="17" name="椭圆 16"/>
            <p:cNvSpPr/>
            <p:nvPr/>
          </p:nvSpPr>
          <p:spPr>
            <a:xfrm flipH="1">
              <a:off x="11988800" y="29083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75">
                <a:solidFill>
                  <a:srgbClr val="FFFFFF"/>
                </a:solidFill>
              </a:endParaRPr>
            </a:p>
          </p:txBody>
        </p:sp>
        <p:sp>
          <p:nvSpPr>
            <p:cNvPr id="18" name="椭圆 17"/>
            <p:cNvSpPr/>
            <p:nvPr/>
          </p:nvSpPr>
          <p:spPr>
            <a:xfrm flipH="1">
              <a:off x="1854200" y="38227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75">
                <a:solidFill>
                  <a:srgbClr val="FFFFFF"/>
                </a:solidFill>
              </a:endParaRPr>
            </a:p>
          </p:txBody>
        </p:sp>
        <p:sp>
          <p:nvSpPr>
            <p:cNvPr id="19" name="椭圆 18"/>
            <p:cNvSpPr/>
            <p:nvPr/>
          </p:nvSpPr>
          <p:spPr>
            <a:xfrm flipH="1">
              <a:off x="2921000" y="38227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75">
                <a:solidFill>
                  <a:srgbClr val="FFFFFF"/>
                </a:solidFill>
              </a:endParaRPr>
            </a:p>
          </p:txBody>
        </p:sp>
        <p:sp>
          <p:nvSpPr>
            <p:cNvPr id="20" name="椭圆 19"/>
            <p:cNvSpPr/>
            <p:nvPr/>
          </p:nvSpPr>
          <p:spPr>
            <a:xfrm flipH="1">
              <a:off x="3987800" y="38227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75">
                <a:solidFill>
                  <a:srgbClr val="FFFFFF"/>
                </a:solidFill>
              </a:endParaRPr>
            </a:p>
          </p:txBody>
        </p:sp>
        <p:sp>
          <p:nvSpPr>
            <p:cNvPr id="21" name="椭圆 20"/>
            <p:cNvSpPr/>
            <p:nvPr/>
          </p:nvSpPr>
          <p:spPr>
            <a:xfrm flipH="1">
              <a:off x="5054600" y="38227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75">
                <a:solidFill>
                  <a:srgbClr val="FFFFFF"/>
                </a:solidFill>
              </a:endParaRPr>
            </a:p>
          </p:txBody>
        </p:sp>
        <p:sp>
          <p:nvSpPr>
            <p:cNvPr id="22" name="椭圆 21"/>
            <p:cNvSpPr/>
            <p:nvPr/>
          </p:nvSpPr>
          <p:spPr>
            <a:xfrm flipH="1">
              <a:off x="6121400" y="38227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75">
                <a:solidFill>
                  <a:srgbClr val="FFFFFF"/>
                </a:solidFill>
              </a:endParaRPr>
            </a:p>
          </p:txBody>
        </p:sp>
        <p:sp>
          <p:nvSpPr>
            <p:cNvPr id="23" name="椭圆 22"/>
            <p:cNvSpPr/>
            <p:nvPr/>
          </p:nvSpPr>
          <p:spPr>
            <a:xfrm flipH="1">
              <a:off x="7188200" y="38227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75">
                <a:solidFill>
                  <a:srgbClr val="FFFFFF"/>
                </a:solidFill>
              </a:endParaRPr>
            </a:p>
          </p:txBody>
        </p:sp>
        <p:sp>
          <p:nvSpPr>
            <p:cNvPr id="24" name="椭圆 23"/>
            <p:cNvSpPr/>
            <p:nvPr/>
          </p:nvSpPr>
          <p:spPr>
            <a:xfrm flipH="1">
              <a:off x="8255000" y="38227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75">
                <a:solidFill>
                  <a:srgbClr val="FFFFFF"/>
                </a:solidFill>
              </a:endParaRPr>
            </a:p>
          </p:txBody>
        </p:sp>
        <p:sp>
          <p:nvSpPr>
            <p:cNvPr id="25" name="椭圆 24"/>
            <p:cNvSpPr/>
            <p:nvPr/>
          </p:nvSpPr>
          <p:spPr>
            <a:xfrm flipH="1">
              <a:off x="9321800" y="38227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75">
                <a:solidFill>
                  <a:srgbClr val="FFFFFF"/>
                </a:solidFill>
              </a:endParaRPr>
            </a:p>
          </p:txBody>
        </p:sp>
        <p:sp>
          <p:nvSpPr>
            <p:cNvPr id="26" name="椭圆 25"/>
            <p:cNvSpPr/>
            <p:nvPr/>
          </p:nvSpPr>
          <p:spPr>
            <a:xfrm flipH="1">
              <a:off x="10388600" y="38227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75">
                <a:solidFill>
                  <a:srgbClr val="FFFFFF"/>
                </a:solidFill>
              </a:endParaRPr>
            </a:p>
          </p:txBody>
        </p:sp>
        <p:sp>
          <p:nvSpPr>
            <p:cNvPr id="27" name="椭圆 26"/>
            <p:cNvSpPr/>
            <p:nvPr/>
          </p:nvSpPr>
          <p:spPr>
            <a:xfrm flipH="1">
              <a:off x="11455400" y="38227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75">
                <a:solidFill>
                  <a:srgbClr val="FFFFFF"/>
                </a:solidFill>
              </a:endParaRPr>
            </a:p>
          </p:txBody>
        </p:sp>
      </p:grpSp>
      <p:grpSp>
        <p:nvGrpSpPr>
          <p:cNvPr id="48" name="组合 47"/>
          <p:cNvGrpSpPr/>
          <p:nvPr/>
        </p:nvGrpSpPr>
        <p:grpSpPr>
          <a:xfrm>
            <a:off x="1070902" y="1187816"/>
            <a:ext cx="2265466" cy="1188778"/>
            <a:chOff x="1070902" y="1187816"/>
            <a:chExt cx="2265466" cy="1188778"/>
          </a:xfrm>
        </p:grpSpPr>
        <p:sp>
          <p:nvSpPr>
            <p:cNvPr id="42" name="矩形 41"/>
            <p:cNvSpPr/>
            <p:nvPr/>
          </p:nvSpPr>
          <p:spPr>
            <a:xfrm>
              <a:off x="1181297" y="1187816"/>
              <a:ext cx="2044676" cy="1188778"/>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75">
                <a:solidFill>
                  <a:srgbClr val="FFFFFF"/>
                </a:solidFill>
              </a:endParaRPr>
            </a:p>
          </p:txBody>
        </p:sp>
        <p:sp>
          <p:nvSpPr>
            <p:cNvPr id="43" name="文本框 42"/>
            <p:cNvSpPr txBox="1"/>
            <p:nvPr/>
          </p:nvSpPr>
          <p:spPr>
            <a:xfrm>
              <a:off x="1070902" y="1259875"/>
              <a:ext cx="2265466" cy="963341"/>
            </a:xfrm>
            <a:prstGeom prst="rect">
              <a:avLst/>
            </a:prstGeom>
            <a:noFill/>
          </p:spPr>
          <p:txBody>
            <a:bodyPr wrap="square" rtlCol="0">
              <a:spAutoFit/>
            </a:bodyPr>
            <a:lstStyle/>
            <a:p>
              <a:pPr indent="0" algn="ctr" fontAlgn="auto">
                <a:lnSpc>
                  <a:spcPct val="100000"/>
                </a:lnSpc>
                <a:buFont typeface="+mj-lt"/>
                <a:buNone/>
              </a:pPr>
              <a:r>
                <a:rPr lang="zh-CN" altLang="en-US" sz="1890" dirty="0">
                  <a:solidFill>
                    <a:srgbClr val="00182A"/>
                  </a:solidFill>
                  <a:latin typeface="宋体" panose="02010600030101010101" pitchFamily="2" charset="-122"/>
                  <a:ea typeface="宋体" panose="02010600030101010101" pitchFamily="2" charset="-122"/>
                </a:rPr>
                <a:t>①</a:t>
              </a:r>
              <a:br>
                <a:rPr lang="en-US" altLang="zh-CN" sz="1890" dirty="0">
                  <a:solidFill>
                    <a:srgbClr val="00182A"/>
                  </a:solidFill>
                  <a:latin typeface="宋体" panose="02010600030101010101" pitchFamily="2" charset="-122"/>
                  <a:ea typeface="宋体" panose="02010600030101010101" pitchFamily="2" charset="-122"/>
                </a:rPr>
              </a:br>
              <a:r>
                <a:rPr lang="zh-CN" altLang="en-US" sz="1885" kern="100" dirty="0">
                  <a:solidFill>
                    <a:srgbClr val="00182A"/>
                  </a:solidFill>
                  <a:ea typeface="黑体" panose="02010609060101010101" charset="-122"/>
                  <a:cs typeface="Times New Roman" panose="02020603050405020304" pitchFamily="18" charset="0"/>
                  <a:sym typeface="+mn-ea"/>
                </a:rPr>
                <a:t>鱼</a:t>
              </a:r>
              <a:r>
                <a:rPr lang="zh-CN" altLang="zh-CN" sz="1885" kern="100" dirty="0">
                  <a:solidFill>
                    <a:srgbClr val="00182A"/>
                  </a:solidFill>
                  <a:ea typeface="黑体" panose="02010609060101010101" charset="-122"/>
                  <a:cs typeface="Times New Roman" panose="02020603050405020304" pitchFamily="18" charset="0"/>
                  <a:sym typeface="+mn-ea"/>
                </a:rPr>
                <a:t>体结构设计</a:t>
              </a:r>
              <a:br>
                <a:rPr lang="en-US" altLang="zh-CN" sz="1885" kern="100" dirty="0">
                  <a:solidFill>
                    <a:srgbClr val="00182A"/>
                  </a:solidFill>
                  <a:ea typeface="黑体" panose="02010609060101010101" charset="-122"/>
                  <a:cs typeface="Times New Roman" panose="02020603050405020304" pitchFamily="18" charset="0"/>
                  <a:sym typeface="+mn-ea"/>
                </a:rPr>
              </a:br>
              <a:r>
                <a:rPr lang="zh-CN" altLang="zh-CN" sz="1885" kern="100" dirty="0">
                  <a:solidFill>
                    <a:srgbClr val="00182A"/>
                  </a:solidFill>
                  <a:ea typeface="黑体" panose="02010609060101010101" charset="-122"/>
                  <a:cs typeface="Times New Roman" panose="02020603050405020304" pitchFamily="18" charset="0"/>
                  <a:sym typeface="+mn-ea"/>
                </a:rPr>
                <a:t>方案</a:t>
              </a:r>
              <a:endParaRPr lang="zh-CN" altLang="en-US" sz="1890" dirty="0">
                <a:solidFill>
                  <a:srgbClr val="00B0F0"/>
                </a:solidFill>
                <a:latin typeface="宋体" panose="02010600030101010101" pitchFamily="2" charset="-122"/>
                <a:ea typeface="宋体" panose="02010600030101010101" pitchFamily="2" charset="-122"/>
              </a:endParaRPr>
            </a:p>
          </p:txBody>
        </p:sp>
      </p:grpSp>
      <p:sp>
        <p:nvSpPr>
          <p:cNvPr id="44" name="文本框 43"/>
          <p:cNvSpPr txBox="1"/>
          <p:nvPr/>
        </p:nvSpPr>
        <p:spPr>
          <a:xfrm>
            <a:off x="5414528" y="2808076"/>
            <a:ext cx="864023" cy="426720"/>
          </a:xfrm>
          <a:prstGeom prst="rect">
            <a:avLst/>
          </a:prstGeom>
          <a:noFill/>
        </p:spPr>
        <p:txBody>
          <a:bodyPr wrap="square" rtlCol="0">
            <a:spAutoFit/>
          </a:bodyPr>
          <a:lstStyle/>
          <a:p>
            <a:endParaRPr lang="zh-CN" altLang="en-US" sz="2175" dirty="0"/>
          </a:p>
        </p:txBody>
      </p:sp>
      <p:grpSp>
        <p:nvGrpSpPr>
          <p:cNvPr id="47" name="组合 46"/>
          <p:cNvGrpSpPr/>
          <p:nvPr/>
        </p:nvGrpSpPr>
        <p:grpSpPr>
          <a:xfrm>
            <a:off x="4885813" y="4499948"/>
            <a:ext cx="2044676" cy="1188778"/>
            <a:chOff x="2203635" y="4192322"/>
            <a:chExt cx="2044676" cy="1188778"/>
          </a:xfrm>
        </p:grpSpPr>
        <p:sp>
          <p:nvSpPr>
            <p:cNvPr id="71" name="矩形 70"/>
            <p:cNvSpPr/>
            <p:nvPr/>
          </p:nvSpPr>
          <p:spPr>
            <a:xfrm>
              <a:off x="2203635" y="4192322"/>
              <a:ext cx="2044676" cy="1188778"/>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75">
                <a:solidFill>
                  <a:srgbClr val="FFFFFF"/>
                </a:solidFill>
              </a:endParaRPr>
            </a:p>
          </p:txBody>
        </p:sp>
        <p:sp>
          <p:nvSpPr>
            <p:cNvPr id="74" name="文本框 73"/>
            <p:cNvSpPr txBox="1"/>
            <p:nvPr/>
          </p:nvSpPr>
          <p:spPr>
            <a:xfrm>
              <a:off x="2270262" y="4304641"/>
              <a:ext cx="1866216" cy="963341"/>
            </a:xfrm>
            <a:prstGeom prst="rect">
              <a:avLst/>
            </a:prstGeom>
            <a:noFill/>
          </p:spPr>
          <p:txBody>
            <a:bodyPr wrap="square" rtlCol="0">
              <a:spAutoFit/>
            </a:bodyPr>
            <a:lstStyle/>
            <a:p>
              <a:pPr algn="ctr"/>
              <a:r>
                <a:rPr lang="zh-CN" altLang="en-US" sz="1890" dirty="0">
                  <a:solidFill>
                    <a:srgbClr val="00182A"/>
                  </a:solidFill>
                  <a:latin typeface="宋体" panose="02010600030101010101" pitchFamily="2" charset="-122"/>
                  <a:ea typeface="宋体" panose="02010600030101010101" pitchFamily="2" charset="-122"/>
                </a:rPr>
                <a:t>②</a:t>
              </a:r>
              <a:br>
                <a:rPr lang="en-US" altLang="zh-CN" sz="1890" dirty="0">
                  <a:solidFill>
                    <a:srgbClr val="00182A"/>
                  </a:solidFill>
                  <a:latin typeface="宋体" panose="02010600030101010101" pitchFamily="2" charset="-122"/>
                  <a:ea typeface="宋体" panose="02010600030101010101" pitchFamily="2" charset="-122"/>
                </a:rPr>
              </a:br>
              <a:r>
                <a:rPr lang="zh-CN" altLang="en-US" sz="1885" kern="100" dirty="0">
                  <a:solidFill>
                    <a:srgbClr val="00182A"/>
                  </a:solidFill>
                  <a:ea typeface="黑体" panose="02010609060101010101" charset="-122"/>
                  <a:cs typeface="Times New Roman" panose="02020603050405020304" pitchFamily="18" charset="0"/>
                  <a:sym typeface="+mn-ea"/>
                </a:rPr>
                <a:t>控制系统硬件</a:t>
              </a:r>
              <a:r>
                <a:rPr lang="zh-CN" altLang="zh-CN" sz="1885" kern="100" dirty="0">
                  <a:solidFill>
                    <a:srgbClr val="00182A"/>
                  </a:solidFill>
                  <a:ea typeface="黑体" panose="02010609060101010101" charset="-122"/>
                  <a:cs typeface="Times New Roman" panose="02020603050405020304" pitchFamily="18" charset="0"/>
                  <a:sym typeface="+mn-ea"/>
                </a:rPr>
                <a:t>设计</a:t>
              </a:r>
              <a:endParaRPr lang="zh-CN" altLang="en-US" sz="2175" dirty="0"/>
            </a:p>
          </p:txBody>
        </p:sp>
      </p:grpSp>
      <p:grpSp>
        <p:nvGrpSpPr>
          <p:cNvPr id="49" name="组合 48"/>
          <p:cNvGrpSpPr/>
          <p:nvPr/>
        </p:nvGrpSpPr>
        <p:grpSpPr>
          <a:xfrm>
            <a:off x="7909895" y="1147156"/>
            <a:ext cx="2044676" cy="1188778"/>
            <a:chOff x="4565337" y="1187816"/>
            <a:chExt cx="2044676" cy="1188778"/>
          </a:xfrm>
        </p:grpSpPr>
        <p:sp>
          <p:nvSpPr>
            <p:cNvPr id="69" name="矩形 68"/>
            <p:cNvSpPr/>
            <p:nvPr/>
          </p:nvSpPr>
          <p:spPr>
            <a:xfrm>
              <a:off x="4565337" y="1187816"/>
              <a:ext cx="2044676" cy="1188778"/>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75">
                <a:solidFill>
                  <a:srgbClr val="FFFFFF"/>
                </a:solidFill>
              </a:endParaRPr>
            </a:p>
          </p:txBody>
        </p:sp>
        <p:sp>
          <p:nvSpPr>
            <p:cNvPr id="75" name="文本框 74"/>
            <p:cNvSpPr txBox="1"/>
            <p:nvPr/>
          </p:nvSpPr>
          <p:spPr>
            <a:xfrm>
              <a:off x="4565338" y="1302502"/>
              <a:ext cx="2044675" cy="963341"/>
            </a:xfrm>
            <a:prstGeom prst="rect">
              <a:avLst/>
            </a:prstGeom>
            <a:noFill/>
          </p:spPr>
          <p:txBody>
            <a:bodyPr wrap="square" rtlCol="0">
              <a:spAutoFit/>
            </a:bodyPr>
            <a:lstStyle/>
            <a:p>
              <a:pPr algn="ctr"/>
              <a:r>
                <a:rPr lang="zh-CN" altLang="en-US" sz="1890" dirty="0">
                  <a:solidFill>
                    <a:srgbClr val="00182A"/>
                  </a:solidFill>
                  <a:latin typeface="宋体" panose="02010600030101010101" pitchFamily="2" charset="-122"/>
                  <a:ea typeface="宋体" panose="02010600030101010101" pitchFamily="2" charset="-122"/>
                </a:rPr>
                <a:t>③</a:t>
              </a:r>
              <a:br>
                <a:rPr lang="en-US" altLang="zh-CN" sz="1890" dirty="0">
                  <a:solidFill>
                    <a:srgbClr val="00182A"/>
                  </a:solidFill>
                  <a:latin typeface="宋体" panose="02010600030101010101" pitchFamily="2" charset="-122"/>
                  <a:ea typeface="宋体" panose="02010600030101010101" pitchFamily="2" charset="-122"/>
                </a:rPr>
              </a:br>
              <a:r>
                <a:rPr lang="zh-CN" altLang="en-US" sz="1885" kern="100" dirty="0">
                  <a:solidFill>
                    <a:srgbClr val="00182A"/>
                  </a:solidFill>
                  <a:ea typeface="黑体" panose="02010609060101010101" charset="-122"/>
                  <a:cs typeface="Times New Roman" panose="02020603050405020304" pitchFamily="18" charset="0"/>
                  <a:sym typeface="+mn-ea"/>
                </a:rPr>
                <a:t>控制系统软件设计</a:t>
              </a:r>
              <a:endParaRPr lang="zh-CN" altLang="en-US" sz="2175" dirty="0"/>
            </a:p>
          </p:txBody>
        </p:sp>
      </p:grpSp>
      <p:sp>
        <p:nvSpPr>
          <p:cNvPr id="45" name="文本框 44"/>
          <p:cNvSpPr txBox="1"/>
          <p:nvPr/>
        </p:nvSpPr>
        <p:spPr>
          <a:xfrm>
            <a:off x="211018" y="291640"/>
            <a:ext cx="3333115" cy="645160"/>
          </a:xfrm>
          <a:prstGeom prst="rect">
            <a:avLst/>
          </a:prstGeom>
          <a:noFill/>
        </p:spPr>
        <p:txBody>
          <a:bodyPr wrap="square" rtlCol="0">
            <a:spAutoFit/>
          </a:bodyPr>
          <a:lstStyle/>
          <a:p>
            <a:r>
              <a:rPr lang="zh-CN" altLang="en-US" sz="3600" dirty="0">
                <a:solidFill>
                  <a:srgbClr val="00182A"/>
                </a:solidFill>
                <a:latin typeface="微软雅黑" panose="020B0503020204020204" pitchFamily="34" charset="-122"/>
                <a:ea typeface="微软雅黑" panose="020B0503020204020204" pitchFamily="34" charset="-122"/>
              </a:rPr>
              <a:t>主要设计内容</a:t>
            </a:r>
            <a:endParaRPr lang="zh-CN" altLang="en-US" sz="3600" dirty="0">
              <a:solidFill>
                <a:srgbClr val="00182A"/>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16821" y="84714"/>
            <a:ext cx="7488832" cy="931409"/>
          </a:xfrm>
          <a:prstGeom prst="rect">
            <a:avLst/>
          </a:prstGeom>
        </p:spPr>
        <p:txBody>
          <a:bodyPr wrap="square">
            <a:spAutoFit/>
          </a:bodyPr>
          <a:lstStyle/>
          <a:p>
            <a:pPr>
              <a:lnSpc>
                <a:spcPct val="200000"/>
              </a:lnSpc>
            </a:pPr>
            <a:r>
              <a:rPr lang="zh-CN" altLang="en-US" sz="3200" kern="100" dirty="0">
                <a:solidFill>
                  <a:srgbClr val="00182A"/>
                </a:solidFill>
                <a:ea typeface="黑体" panose="02010609060101010101" charset="-122"/>
                <a:cs typeface="Times New Roman" panose="02020603050405020304" pitchFamily="18" charset="0"/>
              </a:rPr>
              <a:t>一</a:t>
            </a:r>
            <a:r>
              <a:rPr lang="en-US" altLang="zh-CN" sz="3200" kern="100" dirty="0">
                <a:solidFill>
                  <a:srgbClr val="00182A"/>
                </a:solidFill>
                <a:ea typeface="黑体" panose="02010609060101010101" charset="-122"/>
                <a:cs typeface="Times New Roman" panose="02020603050405020304" pitchFamily="18" charset="0"/>
              </a:rPr>
              <a:t>.</a:t>
            </a:r>
            <a:r>
              <a:rPr lang="zh-CN" altLang="en-US" sz="3200" kern="100" dirty="0">
                <a:solidFill>
                  <a:srgbClr val="00182A"/>
                </a:solidFill>
                <a:ea typeface="黑体" panose="02010609060101010101" charset="-122"/>
                <a:cs typeface="Times New Roman" panose="02020603050405020304" pitchFamily="18" charset="0"/>
              </a:rPr>
              <a:t>鱼体结构方案设计</a:t>
            </a:r>
            <a:endParaRPr lang="en-US" altLang="zh-CN" sz="3200" kern="100" dirty="0">
              <a:solidFill>
                <a:srgbClr val="00182A"/>
              </a:solidFill>
              <a:ea typeface="黑体" panose="02010609060101010101" charset="-122"/>
              <a:cs typeface="Times New Roman" panose="02020603050405020304" pitchFamily="18" charset="0"/>
            </a:endParaRPr>
          </a:p>
        </p:txBody>
      </p:sp>
      <p:sp>
        <p:nvSpPr>
          <p:cNvPr id="3" name="矩形 2"/>
          <p:cNvSpPr/>
          <p:nvPr/>
        </p:nvSpPr>
        <p:spPr>
          <a:xfrm>
            <a:off x="288429" y="224035"/>
            <a:ext cx="2664296" cy="792088"/>
          </a:xfrm>
          <a:prstGeom prst="rect">
            <a:avLst/>
          </a:prstGeom>
          <a:solidFill>
            <a:srgbClr val="0058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solidFill>
                  <a:schemeClr val="bg1"/>
                </a:solidFill>
                <a:latin typeface="微软雅黑" panose="020B0503020204020204" pitchFamily="34" charset="-122"/>
                <a:ea typeface="微软雅黑" panose="020B0503020204020204" pitchFamily="34" charset="-122"/>
              </a:rPr>
              <a:t>设计方案：</a:t>
            </a:r>
            <a:endParaRPr lang="zh-CN" altLang="en-US" sz="3200" dirty="0">
              <a:solidFill>
                <a:schemeClr val="bg1"/>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1"/>
          <a:stretch>
            <a:fillRect/>
          </a:stretch>
        </p:blipFill>
        <p:spPr>
          <a:xfrm>
            <a:off x="-143619" y="1943943"/>
            <a:ext cx="4824535" cy="3168352"/>
          </a:xfrm>
          <a:prstGeom prst="rect">
            <a:avLst/>
          </a:prstGeom>
        </p:spPr>
      </p:pic>
      <p:graphicFrame>
        <p:nvGraphicFramePr>
          <p:cNvPr id="4" name="表格 4"/>
          <p:cNvGraphicFramePr>
            <a:graphicFrameLocks noGrp="1"/>
          </p:cNvGraphicFramePr>
          <p:nvPr/>
        </p:nvGraphicFramePr>
        <p:xfrm>
          <a:off x="4104853" y="1655909"/>
          <a:ext cx="7488832" cy="3456386"/>
        </p:xfrm>
        <a:graphic>
          <a:graphicData uri="http://schemas.openxmlformats.org/drawingml/2006/table">
            <a:tbl>
              <a:tblPr firstRow="1" bandRow="1">
                <a:tableStyleId>{5C22544A-7EE6-4342-B048-85BDC9FD1C3A}</a:tableStyleId>
              </a:tblPr>
              <a:tblGrid>
                <a:gridCol w="3648344"/>
                <a:gridCol w="3840488"/>
              </a:tblGrid>
              <a:tr h="534166">
                <a:tc>
                  <a:txBody>
                    <a:bodyPr/>
                    <a:lstStyle/>
                    <a:p>
                      <a:pPr algn="ctr"/>
                      <a:r>
                        <a:rPr lang="zh-CN" altLang="en-US" dirty="0"/>
                        <a:t>鱼鳍类型</a:t>
                      </a:r>
                      <a:endParaRPr lang="zh-CN" altLang="en-US" dirty="0"/>
                    </a:p>
                  </a:txBody>
                  <a:tcPr/>
                </a:tc>
                <a:tc>
                  <a:txBody>
                    <a:bodyPr/>
                    <a:lstStyle/>
                    <a:p>
                      <a:pPr algn="ctr"/>
                      <a:r>
                        <a:rPr lang="zh-CN" altLang="en-US" dirty="0"/>
                        <a:t>作用</a:t>
                      </a:r>
                      <a:endParaRPr lang="zh-CN" altLang="en-US" dirty="0"/>
                    </a:p>
                  </a:txBody>
                  <a:tcPr/>
                </a:tc>
              </a:tr>
              <a:tr h="584444">
                <a:tc>
                  <a:txBody>
                    <a:bodyPr/>
                    <a:lstStyle/>
                    <a:p>
                      <a:pPr algn="ctr"/>
                      <a:r>
                        <a:rPr lang="zh-CN" altLang="en-US" dirty="0">
                          <a:solidFill>
                            <a:schemeClr val="accent1"/>
                          </a:solidFill>
                        </a:rPr>
                        <a:t>尾鳍</a:t>
                      </a:r>
                      <a:endParaRPr lang="zh-CN" altLang="en-US" dirty="0">
                        <a:solidFill>
                          <a:schemeClr val="accent1"/>
                        </a:solidFill>
                      </a:endParaRPr>
                    </a:p>
                  </a:txBody>
                  <a:tcPr/>
                </a:tc>
                <a:tc>
                  <a:txBody>
                    <a:bodyPr/>
                    <a:lstStyle/>
                    <a:p>
                      <a:pPr algn="ctr"/>
                      <a:r>
                        <a:rPr lang="zh-CN" altLang="en-US" dirty="0">
                          <a:solidFill>
                            <a:schemeClr val="accent1"/>
                          </a:solidFill>
                        </a:rPr>
                        <a:t>推进、转向</a:t>
                      </a:r>
                      <a:endParaRPr lang="zh-CN" altLang="en-US" dirty="0">
                        <a:solidFill>
                          <a:schemeClr val="accent1"/>
                        </a:solidFill>
                      </a:endParaRPr>
                    </a:p>
                  </a:txBody>
                  <a:tcPr/>
                </a:tc>
              </a:tr>
              <a:tr h="584444">
                <a:tc>
                  <a:txBody>
                    <a:bodyPr/>
                    <a:lstStyle/>
                    <a:p>
                      <a:pPr algn="ctr"/>
                      <a:r>
                        <a:rPr lang="zh-CN" altLang="en-US" dirty="0">
                          <a:solidFill>
                            <a:schemeClr val="accent1"/>
                          </a:solidFill>
                        </a:rPr>
                        <a:t>胸鳍</a:t>
                      </a:r>
                      <a:endParaRPr lang="zh-CN" altLang="en-US" dirty="0">
                        <a:solidFill>
                          <a:schemeClr val="accent1"/>
                        </a:solidFill>
                      </a:endParaRPr>
                    </a:p>
                  </a:txBody>
                  <a:tcPr/>
                </a:tc>
                <a:tc>
                  <a:txBody>
                    <a:bodyPr/>
                    <a:lstStyle/>
                    <a:p>
                      <a:pPr algn="ctr"/>
                      <a:r>
                        <a:rPr lang="zh-CN" altLang="en-US" dirty="0">
                          <a:solidFill>
                            <a:schemeClr val="accent1"/>
                          </a:solidFill>
                        </a:rPr>
                        <a:t>维持平衡、前进、转向</a:t>
                      </a:r>
                      <a:endParaRPr lang="zh-CN" altLang="en-US" dirty="0">
                        <a:solidFill>
                          <a:schemeClr val="accent1"/>
                        </a:solidFill>
                      </a:endParaRPr>
                    </a:p>
                  </a:txBody>
                  <a:tcPr/>
                </a:tc>
              </a:tr>
              <a:tr h="584444">
                <a:tc>
                  <a:txBody>
                    <a:bodyPr/>
                    <a:lstStyle/>
                    <a:p>
                      <a:pPr algn="ctr"/>
                      <a:r>
                        <a:rPr lang="zh-CN" altLang="en-US" dirty="0">
                          <a:solidFill>
                            <a:schemeClr val="accent1"/>
                          </a:solidFill>
                        </a:rPr>
                        <a:t>背鳍</a:t>
                      </a:r>
                      <a:endParaRPr lang="en-US" altLang="zh-CN" dirty="0">
                        <a:solidFill>
                          <a:schemeClr val="accent1"/>
                        </a:solidFill>
                      </a:endParaRPr>
                    </a:p>
                  </a:txBody>
                  <a:tcPr/>
                </a:tc>
                <a:tc>
                  <a:txBody>
                    <a:bodyPr/>
                    <a:lstStyle/>
                    <a:p>
                      <a:pPr algn="ctr"/>
                      <a:r>
                        <a:rPr lang="zh-CN" altLang="en-US" dirty="0">
                          <a:solidFill>
                            <a:schemeClr val="accent1"/>
                          </a:solidFill>
                        </a:rPr>
                        <a:t>维持平衡</a:t>
                      </a:r>
                      <a:endParaRPr lang="zh-CN" altLang="en-US" dirty="0">
                        <a:solidFill>
                          <a:schemeClr val="accent1"/>
                        </a:solidFill>
                      </a:endParaRPr>
                    </a:p>
                  </a:txBody>
                  <a:tcPr/>
                </a:tc>
              </a:tr>
              <a:tr h="584444">
                <a:tc>
                  <a:txBody>
                    <a:bodyPr/>
                    <a:lstStyle/>
                    <a:p>
                      <a:pPr algn="ctr"/>
                      <a:r>
                        <a:rPr lang="zh-CN" altLang="en-US" dirty="0">
                          <a:solidFill>
                            <a:schemeClr val="accent1"/>
                          </a:solidFill>
                        </a:rPr>
                        <a:t>腹鳍</a:t>
                      </a:r>
                      <a:endParaRPr lang="zh-CN" altLang="en-US" dirty="0">
                        <a:solidFill>
                          <a:schemeClr val="accent1"/>
                        </a:solidFill>
                      </a:endParaRPr>
                    </a:p>
                  </a:txBody>
                  <a:tcPr/>
                </a:tc>
                <a:tc>
                  <a:txBody>
                    <a:bodyPr/>
                    <a:lstStyle/>
                    <a:p>
                      <a:pPr algn="ctr"/>
                      <a:r>
                        <a:rPr lang="zh-CN" altLang="en-US" dirty="0">
                          <a:solidFill>
                            <a:schemeClr val="accent1"/>
                          </a:solidFill>
                        </a:rPr>
                        <a:t>维持平衡、转向、升降</a:t>
                      </a:r>
                      <a:endParaRPr lang="zh-CN" altLang="en-US" dirty="0">
                        <a:solidFill>
                          <a:schemeClr val="accent1"/>
                        </a:solidFill>
                      </a:endParaRPr>
                    </a:p>
                  </a:txBody>
                  <a:tcPr/>
                </a:tc>
              </a:tr>
              <a:tr h="584444">
                <a:tc>
                  <a:txBody>
                    <a:bodyPr/>
                    <a:lstStyle/>
                    <a:p>
                      <a:pPr algn="ctr"/>
                      <a:r>
                        <a:rPr lang="zh-CN" altLang="en-US" dirty="0">
                          <a:solidFill>
                            <a:schemeClr val="accent1"/>
                          </a:solidFill>
                        </a:rPr>
                        <a:t>臀鳍</a:t>
                      </a:r>
                      <a:endParaRPr lang="zh-CN" altLang="en-US" dirty="0">
                        <a:solidFill>
                          <a:schemeClr val="accent1"/>
                        </a:solidFill>
                      </a:endParaRPr>
                    </a:p>
                  </a:txBody>
                  <a:tcPr/>
                </a:tc>
                <a:tc>
                  <a:txBody>
                    <a:bodyPr/>
                    <a:lstStyle/>
                    <a:p>
                      <a:pPr algn="ctr"/>
                      <a:r>
                        <a:rPr lang="zh-CN" altLang="en-US" dirty="0">
                          <a:solidFill>
                            <a:schemeClr val="accent1"/>
                          </a:solidFill>
                        </a:rPr>
                        <a:t>维持平衡</a:t>
                      </a:r>
                      <a:endParaRPr lang="zh-CN" altLang="en-US" dirty="0">
                        <a:solidFill>
                          <a:schemeClr val="accent1"/>
                        </a:solidFill>
                      </a:endParaRPr>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16821" y="84714"/>
            <a:ext cx="7488832" cy="931409"/>
          </a:xfrm>
          <a:prstGeom prst="rect">
            <a:avLst/>
          </a:prstGeom>
        </p:spPr>
        <p:txBody>
          <a:bodyPr wrap="square">
            <a:spAutoFit/>
          </a:bodyPr>
          <a:lstStyle/>
          <a:p>
            <a:pPr>
              <a:lnSpc>
                <a:spcPct val="200000"/>
              </a:lnSpc>
            </a:pPr>
            <a:r>
              <a:rPr lang="zh-CN" altLang="en-US" sz="3200" kern="100" dirty="0">
                <a:solidFill>
                  <a:srgbClr val="00182A"/>
                </a:solidFill>
                <a:ea typeface="黑体" panose="02010609060101010101" charset="-122"/>
                <a:cs typeface="Times New Roman" panose="02020603050405020304" pitchFamily="18" charset="0"/>
              </a:rPr>
              <a:t>一</a:t>
            </a:r>
            <a:r>
              <a:rPr lang="en-US" altLang="zh-CN" sz="3200" kern="100" dirty="0">
                <a:solidFill>
                  <a:srgbClr val="00182A"/>
                </a:solidFill>
                <a:ea typeface="黑体" panose="02010609060101010101" charset="-122"/>
                <a:cs typeface="Times New Roman" panose="02020603050405020304" pitchFamily="18" charset="0"/>
              </a:rPr>
              <a:t>.</a:t>
            </a:r>
            <a:r>
              <a:rPr lang="zh-CN" altLang="en-US" sz="3200" kern="100" dirty="0">
                <a:solidFill>
                  <a:srgbClr val="00182A"/>
                </a:solidFill>
                <a:ea typeface="黑体" panose="02010609060101010101" charset="-122"/>
                <a:cs typeface="Times New Roman" panose="02020603050405020304" pitchFamily="18" charset="0"/>
              </a:rPr>
              <a:t>鱼体结构方案设计</a:t>
            </a:r>
            <a:endParaRPr lang="en-US" altLang="zh-CN" sz="3200" kern="100" dirty="0">
              <a:solidFill>
                <a:srgbClr val="00182A"/>
              </a:solidFill>
              <a:ea typeface="黑体" panose="02010609060101010101" charset="-122"/>
              <a:cs typeface="Times New Roman" panose="02020603050405020304" pitchFamily="18" charset="0"/>
            </a:endParaRPr>
          </a:p>
        </p:txBody>
      </p:sp>
      <p:sp>
        <p:nvSpPr>
          <p:cNvPr id="3" name="矩形 2"/>
          <p:cNvSpPr/>
          <p:nvPr/>
        </p:nvSpPr>
        <p:spPr>
          <a:xfrm>
            <a:off x="288429" y="224035"/>
            <a:ext cx="2664296" cy="792088"/>
          </a:xfrm>
          <a:prstGeom prst="rect">
            <a:avLst/>
          </a:prstGeom>
          <a:solidFill>
            <a:srgbClr val="0058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solidFill>
                  <a:schemeClr val="bg1"/>
                </a:solidFill>
                <a:latin typeface="微软雅黑" panose="020B0503020204020204" pitchFamily="34" charset="-122"/>
                <a:ea typeface="微软雅黑" panose="020B0503020204020204" pitchFamily="34" charset="-122"/>
              </a:rPr>
              <a:t>设计方案：</a:t>
            </a:r>
            <a:endParaRPr lang="zh-CN" altLang="en-US" sz="3200"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5717335" y="1184240"/>
            <a:ext cx="5256584" cy="1691104"/>
          </a:xfrm>
          <a:prstGeom prst="rect">
            <a:avLst/>
          </a:prstGeom>
        </p:spPr>
        <p:txBody>
          <a:bodyPr wrap="square">
            <a:spAutoFit/>
          </a:bodyPr>
          <a:lstStyle/>
          <a:p>
            <a:pPr marL="457200" indent="-457200">
              <a:lnSpc>
                <a:spcPct val="150000"/>
              </a:lnSpc>
              <a:spcAft>
                <a:spcPts val="2000"/>
              </a:spcAft>
              <a:buFont typeface="Arial" panose="020B0604020202020204" pitchFamily="34" charset="0"/>
              <a:buChar char="•"/>
            </a:pPr>
            <a:r>
              <a:rPr lang="zh-CN" altLang="en-US" sz="2400" dirty="0">
                <a:solidFill>
                  <a:schemeClr val="accent1">
                    <a:lumMod val="50000"/>
                  </a:schemeClr>
                </a:solidFill>
              </a:rPr>
              <a:t>基于仿鲹科新月牙型尾鳍的鱼类，分为鱼头、 鱼尾</a:t>
            </a:r>
            <a:r>
              <a:rPr lang="en-US" altLang="zh-CN" sz="2400" dirty="0">
                <a:solidFill>
                  <a:schemeClr val="accent1">
                    <a:lumMod val="50000"/>
                  </a:schemeClr>
                </a:solidFill>
              </a:rPr>
              <a:t>Ⅰ</a:t>
            </a:r>
            <a:r>
              <a:rPr lang="zh-CN" altLang="en-US" sz="2400" dirty="0">
                <a:solidFill>
                  <a:schemeClr val="accent1">
                    <a:lumMod val="50000"/>
                  </a:schemeClr>
                </a:solidFill>
              </a:rPr>
              <a:t>、鱼尾</a:t>
            </a:r>
            <a:r>
              <a:rPr lang="en-US" altLang="zh-CN" sz="2400" dirty="0">
                <a:solidFill>
                  <a:schemeClr val="accent1">
                    <a:lumMod val="50000"/>
                  </a:schemeClr>
                </a:solidFill>
              </a:rPr>
              <a:t>Ⅱ</a:t>
            </a:r>
            <a:r>
              <a:rPr lang="zh-CN" altLang="en-US" sz="2400" dirty="0">
                <a:solidFill>
                  <a:schemeClr val="accent1">
                    <a:lumMod val="50000"/>
                  </a:schemeClr>
                </a:solidFill>
              </a:rPr>
              <a:t>、尾鳍</a:t>
            </a:r>
            <a:endParaRPr lang="zh-CN" altLang="en-US" sz="2400" dirty="0">
              <a:solidFill>
                <a:schemeClr val="accent1">
                  <a:lumMod val="50000"/>
                </a:schemeClr>
              </a:solidFill>
            </a:endParaRPr>
          </a:p>
        </p:txBody>
      </p:sp>
      <p:pic>
        <p:nvPicPr>
          <p:cNvPr id="12" name="图片 11"/>
          <p:cNvPicPr>
            <a:picLocks noChangeAspect="1"/>
          </p:cNvPicPr>
          <p:nvPr/>
        </p:nvPicPr>
        <p:blipFill>
          <a:blip r:embed="rId1"/>
          <a:stretch>
            <a:fillRect/>
          </a:stretch>
        </p:blipFill>
        <p:spPr>
          <a:xfrm>
            <a:off x="5699178" y="2875344"/>
            <a:ext cx="5174428" cy="3368332"/>
          </a:xfrm>
          <a:prstGeom prst="rect">
            <a:avLst/>
          </a:prstGeom>
        </p:spPr>
      </p:pic>
      <p:sp>
        <p:nvSpPr>
          <p:cNvPr id="4" name="文本框 3"/>
          <p:cNvSpPr txBox="1"/>
          <p:nvPr/>
        </p:nvSpPr>
        <p:spPr>
          <a:xfrm>
            <a:off x="648469" y="2029792"/>
            <a:ext cx="4392488" cy="3046988"/>
          </a:xfrm>
          <a:prstGeom prst="rect">
            <a:avLst/>
          </a:prstGeom>
          <a:noFill/>
        </p:spPr>
        <p:txBody>
          <a:bodyPr wrap="square" rtlCol="0">
            <a:spAutoFit/>
          </a:bodyPr>
          <a:lstStyle/>
          <a:p>
            <a:r>
              <a:rPr lang="zh-CN" altLang="en-US" sz="3200" dirty="0">
                <a:solidFill>
                  <a:schemeClr val="accent1"/>
                </a:solidFill>
              </a:rPr>
              <a:t>鲹科模式：采用该模式推进的一般前部分运动幅度较小，主要由鱼体的 后 </a:t>
            </a:r>
            <a:r>
              <a:rPr lang="en-US" altLang="zh-CN" sz="3200" dirty="0">
                <a:solidFill>
                  <a:schemeClr val="accent1"/>
                </a:solidFill>
              </a:rPr>
              <a:t>2/3 </a:t>
            </a:r>
            <a:r>
              <a:rPr lang="zh-CN" altLang="en-US" sz="3200" dirty="0">
                <a:solidFill>
                  <a:schemeClr val="accent1"/>
                </a:solidFill>
              </a:rPr>
              <a:t>部分为主要推进，由于该特点，在运动控制上操控性较好</a:t>
            </a:r>
            <a:endParaRPr lang="zh-CN" altLang="en-US" sz="3200" dirty="0">
              <a:solidFill>
                <a:schemeClr val="accent1"/>
              </a:solidFill>
            </a:endParaRPr>
          </a:p>
        </p:txBody>
      </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16821" y="84714"/>
            <a:ext cx="7488832" cy="931409"/>
          </a:xfrm>
          <a:prstGeom prst="rect">
            <a:avLst/>
          </a:prstGeom>
        </p:spPr>
        <p:txBody>
          <a:bodyPr wrap="square">
            <a:spAutoFit/>
          </a:bodyPr>
          <a:lstStyle/>
          <a:p>
            <a:pPr>
              <a:lnSpc>
                <a:spcPct val="200000"/>
              </a:lnSpc>
            </a:pPr>
            <a:r>
              <a:rPr lang="zh-CN" altLang="en-US" sz="3200" kern="100" dirty="0">
                <a:solidFill>
                  <a:srgbClr val="00182A"/>
                </a:solidFill>
                <a:ea typeface="黑体" panose="02010609060101010101" charset="-122"/>
                <a:cs typeface="Times New Roman" panose="02020603050405020304" pitchFamily="18" charset="0"/>
              </a:rPr>
              <a:t>一</a:t>
            </a:r>
            <a:r>
              <a:rPr lang="en-US" altLang="zh-CN" sz="3200" kern="100" dirty="0">
                <a:solidFill>
                  <a:srgbClr val="00182A"/>
                </a:solidFill>
                <a:ea typeface="黑体" panose="02010609060101010101" charset="-122"/>
                <a:cs typeface="Times New Roman" panose="02020603050405020304" pitchFamily="18" charset="0"/>
              </a:rPr>
              <a:t>.</a:t>
            </a:r>
            <a:r>
              <a:rPr lang="zh-CN" altLang="en-US" sz="3200" kern="100" dirty="0">
                <a:solidFill>
                  <a:srgbClr val="00182A"/>
                </a:solidFill>
                <a:ea typeface="黑体" panose="02010609060101010101" charset="-122"/>
                <a:cs typeface="Times New Roman" panose="02020603050405020304" pitchFamily="18" charset="0"/>
              </a:rPr>
              <a:t>鱼体结构方案设计参数</a:t>
            </a:r>
            <a:endParaRPr lang="en-US" altLang="zh-CN" sz="3200" kern="100" dirty="0">
              <a:solidFill>
                <a:srgbClr val="00182A"/>
              </a:solidFill>
              <a:ea typeface="黑体" panose="02010609060101010101" charset="-122"/>
              <a:cs typeface="Times New Roman" panose="02020603050405020304" pitchFamily="18" charset="0"/>
            </a:endParaRPr>
          </a:p>
        </p:txBody>
      </p:sp>
      <p:sp>
        <p:nvSpPr>
          <p:cNvPr id="3" name="矩形 2"/>
          <p:cNvSpPr/>
          <p:nvPr/>
        </p:nvSpPr>
        <p:spPr>
          <a:xfrm>
            <a:off x="288429" y="224035"/>
            <a:ext cx="2664296" cy="792088"/>
          </a:xfrm>
          <a:prstGeom prst="rect">
            <a:avLst/>
          </a:prstGeom>
          <a:solidFill>
            <a:srgbClr val="0058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solidFill>
                  <a:schemeClr val="bg1"/>
                </a:solidFill>
                <a:latin typeface="微软雅黑" panose="020B0503020204020204" pitchFamily="34" charset="-122"/>
                <a:ea typeface="微软雅黑" panose="020B0503020204020204" pitchFamily="34" charset="-122"/>
              </a:rPr>
              <a:t>设计方案：</a:t>
            </a:r>
            <a:endParaRPr lang="zh-CN" altLang="en-US" sz="3200" dirty="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288429" y="1367879"/>
            <a:ext cx="4536504" cy="4524315"/>
          </a:xfrm>
          <a:prstGeom prst="rect">
            <a:avLst/>
          </a:prstGeom>
          <a:noFill/>
        </p:spPr>
        <p:txBody>
          <a:bodyPr wrap="square" rtlCol="0">
            <a:spAutoFit/>
          </a:bodyPr>
          <a:lstStyle/>
          <a:p>
            <a:pPr marL="457200" indent="-457200">
              <a:buFont typeface="+mj-lt"/>
              <a:buAutoNum type="arabicPeriod"/>
            </a:pPr>
            <a:r>
              <a:rPr lang="zh-CN" altLang="en-US" sz="2400" dirty="0">
                <a:solidFill>
                  <a:schemeClr val="accent1"/>
                </a:solidFill>
              </a:rPr>
              <a:t>推进形式的确定</a:t>
            </a:r>
            <a:r>
              <a:rPr lang="en-US" altLang="zh-CN" sz="2400" dirty="0">
                <a:solidFill>
                  <a:schemeClr val="accent1"/>
                </a:solidFill>
              </a:rPr>
              <a:t>---</a:t>
            </a:r>
            <a:r>
              <a:rPr lang="zh-CN" altLang="en-US" sz="2400" dirty="0">
                <a:solidFill>
                  <a:schemeClr val="accent1"/>
                </a:solidFill>
              </a:rPr>
              <a:t>尾鳍的设计； </a:t>
            </a:r>
            <a:endParaRPr lang="en-US" altLang="zh-CN" sz="2400" dirty="0">
              <a:solidFill>
                <a:schemeClr val="accent1"/>
              </a:solidFill>
            </a:endParaRPr>
          </a:p>
          <a:p>
            <a:pPr marL="457200" indent="-457200">
              <a:buFont typeface="+mj-lt"/>
              <a:buAutoNum type="arabicPeriod"/>
            </a:pPr>
            <a:r>
              <a:rPr lang="zh-CN" altLang="en-US" sz="2400" dirty="0">
                <a:solidFill>
                  <a:schemeClr val="accent1"/>
                </a:solidFill>
              </a:rPr>
              <a:t>头部的大小尺寸、形状确定，内部结构的设计；</a:t>
            </a:r>
            <a:endParaRPr lang="en-US" altLang="zh-CN" sz="2400" dirty="0">
              <a:solidFill>
                <a:schemeClr val="accent1"/>
              </a:solidFill>
            </a:endParaRPr>
          </a:p>
          <a:p>
            <a:pPr marL="457200" indent="-457200">
              <a:buFont typeface="+mj-lt"/>
              <a:buAutoNum type="arabicPeriod"/>
            </a:pPr>
            <a:r>
              <a:rPr lang="zh-CN" altLang="en-US" sz="2400" dirty="0">
                <a:solidFill>
                  <a:schemeClr val="accent1"/>
                </a:solidFill>
              </a:rPr>
              <a:t>各部分的间隔尺寸，配合件的处理以及连接的方式； </a:t>
            </a:r>
            <a:endParaRPr lang="en-US" altLang="zh-CN" sz="2400" dirty="0">
              <a:solidFill>
                <a:schemeClr val="accent1"/>
              </a:solidFill>
            </a:endParaRPr>
          </a:p>
          <a:p>
            <a:pPr marL="457200" indent="-457200">
              <a:buFont typeface="+mj-lt"/>
              <a:buAutoNum type="arabicPeriod"/>
            </a:pPr>
            <a:r>
              <a:rPr lang="zh-CN" altLang="en-US" sz="2400" dirty="0">
                <a:solidFill>
                  <a:schemeClr val="accent1"/>
                </a:solidFill>
              </a:rPr>
              <a:t>整体重心的确定，保证不侧翻、前倾、后仰等协调问题； </a:t>
            </a:r>
            <a:endParaRPr lang="en-US" altLang="zh-CN" sz="2400" dirty="0">
              <a:solidFill>
                <a:schemeClr val="accent1"/>
              </a:solidFill>
            </a:endParaRPr>
          </a:p>
          <a:p>
            <a:pPr marL="457200" indent="-457200">
              <a:buFont typeface="+mj-lt"/>
              <a:buAutoNum type="arabicPeriod"/>
            </a:pPr>
            <a:r>
              <a:rPr lang="zh-CN" altLang="en-US" sz="2400" dirty="0">
                <a:solidFill>
                  <a:schemeClr val="accent1"/>
                </a:solidFill>
              </a:rPr>
              <a:t>整体外观的流线型、合理性、仿生性； </a:t>
            </a:r>
            <a:endParaRPr lang="en-US" altLang="zh-CN" sz="2400" dirty="0">
              <a:solidFill>
                <a:schemeClr val="accent1"/>
              </a:solidFill>
            </a:endParaRPr>
          </a:p>
          <a:p>
            <a:pPr marL="457200" indent="-457200">
              <a:buFont typeface="+mj-lt"/>
              <a:buAutoNum type="arabicPeriod"/>
            </a:pPr>
            <a:r>
              <a:rPr lang="zh-CN" altLang="en-US" sz="2400" dirty="0">
                <a:solidFill>
                  <a:schemeClr val="accent1"/>
                </a:solidFill>
              </a:rPr>
              <a:t>整体密封、防水的处理；</a:t>
            </a:r>
            <a:endParaRPr lang="en-US" altLang="zh-CN" sz="2400" dirty="0">
              <a:solidFill>
                <a:schemeClr val="accent1"/>
              </a:solidFill>
            </a:endParaRPr>
          </a:p>
          <a:p>
            <a:pPr marL="457200" indent="-457200">
              <a:buFont typeface="+mj-lt"/>
              <a:buAutoNum type="arabicPeriod"/>
            </a:pPr>
            <a:r>
              <a:rPr lang="zh-CN" altLang="en-US" sz="2400" dirty="0">
                <a:solidFill>
                  <a:schemeClr val="accent1"/>
                </a:solidFill>
              </a:rPr>
              <a:t>控制电路、电池的位置选取</a:t>
            </a:r>
            <a:endParaRPr lang="zh-CN" altLang="en-US" sz="2400" dirty="0">
              <a:solidFill>
                <a:schemeClr val="accent1"/>
              </a:solidFill>
            </a:endParaRPr>
          </a:p>
        </p:txBody>
      </p:sp>
      <p:graphicFrame>
        <p:nvGraphicFramePr>
          <p:cNvPr id="9" name="表格 9"/>
          <p:cNvGraphicFramePr>
            <a:graphicFrameLocks noGrp="1"/>
          </p:cNvGraphicFramePr>
          <p:nvPr/>
        </p:nvGraphicFramePr>
        <p:xfrm>
          <a:off x="4908234" y="1367879"/>
          <a:ext cx="6336704" cy="4248470"/>
        </p:xfrm>
        <a:graphic>
          <a:graphicData uri="http://schemas.openxmlformats.org/drawingml/2006/table">
            <a:tbl>
              <a:tblPr firstRow="1" bandRow="1">
                <a:tableStyleId>{5C22544A-7EE6-4342-B048-85BDC9FD1C3A}</a:tableStyleId>
              </a:tblPr>
              <a:tblGrid>
                <a:gridCol w="1584176"/>
                <a:gridCol w="1584176"/>
                <a:gridCol w="1584176"/>
                <a:gridCol w="1584176"/>
              </a:tblGrid>
              <a:tr h="849694">
                <a:tc>
                  <a:txBody>
                    <a:bodyPr/>
                    <a:lstStyle/>
                    <a:p>
                      <a:pPr algn="ctr"/>
                      <a:r>
                        <a:rPr lang="zh-CN" altLang="en-US" dirty="0"/>
                        <a:t>部位</a:t>
                      </a:r>
                      <a:endParaRPr lang="zh-CN" altLang="en-US" dirty="0"/>
                    </a:p>
                  </a:txBody>
                  <a:tcPr/>
                </a:tc>
                <a:tc>
                  <a:txBody>
                    <a:bodyPr/>
                    <a:lstStyle/>
                    <a:p>
                      <a:pPr algn="ctr"/>
                      <a:r>
                        <a:rPr lang="zh-CN" altLang="en-US" dirty="0"/>
                        <a:t>长</a:t>
                      </a:r>
                      <a:r>
                        <a:rPr lang="en-US" altLang="zh-CN" dirty="0"/>
                        <a:t>max(mm)</a:t>
                      </a:r>
                      <a:endParaRPr lang="zh-CN" altLang="en-US" dirty="0"/>
                    </a:p>
                  </a:txBody>
                  <a:tcPr/>
                </a:tc>
                <a:tc>
                  <a:txBody>
                    <a:bodyPr/>
                    <a:lstStyle/>
                    <a:p>
                      <a:pPr algn="ctr"/>
                      <a:r>
                        <a:rPr lang="zh-CN" altLang="en-US" dirty="0"/>
                        <a:t>宽</a:t>
                      </a:r>
                      <a:r>
                        <a:rPr lang="en-US" altLang="zh-CN" dirty="0"/>
                        <a:t>max(mm)</a:t>
                      </a:r>
                      <a:endParaRPr lang="zh-CN" altLang="en-US" dirty="0"/>
                    </a:p>
                  </a:txBody>
                  <a:tcPr/>
                </a:tc>
                <a:tc>
                  <a:txBody>
                    <a:bodyPr/>
                    <a:lstStyle/>
                    <a:p>
                      <a:pPr algn="ctr"/>
                      <a:r>
                        <a:rPr lang="zh-CN" altLang="en-US" dirty="0"/>
                        <a:t>高</a:t>
                      </a:r>
                      <a:r>
                        <a:rPr lang="en-US" altLang="zh-CN" dirty="0"/>
                        <a:t>max(mm)</a:t>
                      </a:r>
                      <a:endParaRPr lang="zh-CN" altLang="en-US" dirty="0"/>
                    </a:p>
                  </a:txBody>
                  <a:tcPr/>
                </a:tc>
              </a:tr>
              <a:tr h="849694">
                <a:tc>
                  <a:txBody>
                    <a:bodyPr/>
                    <a:lstStyle/>
                    <a:p>
                      <a:pPr algn="ctr"/>
                      <a:r>
                        <a:rPr lang="zh-CN" altLang="en-US" dirty="0">
                          <a:solidFill>
                            <a:schemeClr val="accent1"/>
                          </a:solidFill>
                        </a:rPr>
                        <a:t>鱼头</a:t>
                      </a:r>
                      <a:endParaRPr lang="en-US" altLang="zh-CN" dirty="0">
                        <a:solidFill>
                          <a:schemeClr val="accent1"/>
                        </a:solidFill>
                      </a:endParaRPr>
                    </a:p>
                  </a:txBody>
                  <a:tcPr/>
                </a:tc>
                <a:tc>
                  <a:txBody>
                    <a:bodyPr/>
                    <a:lstStyle/>
                    <a:p>
                      <a:pPr algn="ctr"/>
                      <a:r>
                        <a:rPr lang="en-US" altLang="zh-CN" dirty="0">
                          <a:solidFill>
                            <a:schemeClr val="accent1"/>
                          </a:solidFill>
                        </a:rPr>
                        <a:t>216</a:t>
                      </a:r>
                      <a:endParaRPr lang="zh-CN" altLang="en-US" dirty="0">
                        <a:solidFill>
                          <a:schemeClr val="accent1"/>
                        </a:solidFill>
                      </a:endParaRPr>
                    </a:p>
                  </a:txBody>
                  <a:tcPr/>
                </a:tc>
                <a:tc>
                  <a:txBody>
                    <a:bodyPr/>
                    <a:lstStyle/>
                    <a:p>
                      <a:pPr algn="ctr"/>
                      <a:r>
                        <a:rPr lang="en-US" altLang="zh-CN" dirty="0">
                          <a:solidFill>
                            <a:schemeClr val="accent1"/>
                          </a:solidFill>
                        </a:rPr>
                        <a:t>127</a:t>
                      </a:r>
                      <a:endParaRPr lang="zh-CN" altLang="en-US" dirty="0">
                        <a:solidFill>
                          <a:schemeClr val="accent1"/>
                        </a:solidFill>
                      </a:endParaRPr>
                    </a:p>
                  </a:txBody>
                  <a:tcPr/>
                </a:tc>
                <a:tc>
                  <a:txBody>
                    <a:bodyPr/>
                    <a:lstStyle/>
                    <a:p>
                      <a:pPr algn="ctr"/>
                      <a:r>
                        <a:rPr lang="en-US" altLang="zh-CN" dirty="0">
                          <a:solidFill>
                            <a:schemeClr val="accent1"/>
                          </a:solidFill>
                        </a:rPr>
                        <a:t>234</a:t>
                      </a:r>
                      <a:endParaRPr lang="zh-CN" altLang="en-US" dirty="0">
                        <a:solidFill>
                          <a:schemeClr val="accent1"/>
                        </a:solidFill>
                      </a:endParaRPr>
                    </a:p>
                  </a:txBody>
                  <a:tcPr/>
                </a:tc>
              </a:tr>
              <a:tr h="849694">
                <a:tc>
                  <a:txBody>
                    <a:bodyPr/>
                    <a:lstStyle/>
                    <a:p>
                      <a:pPr algn="ctr"/>
                      <a:r>
                        <a:rPr lang="zh-CN" altLang="en-US" dirty="0">
                          <a:solidFill>
                            <a:schemeClr val="accent1"/>
                          </a:solidFill>
                        </a:rPr>
                        <a:t>鱼尾</a:t>
                      </a:r>
                      <a:r>
                        <a:rPr lang="en-US" altLang="zh-CN" dirty="0">
                          <a:solidFill>
                            <a:schemeClr val="accent1"/>
                          </a:solidFill>
                        </a:rPr>
                        <a:t>Ⅰ</a:t>
                      </a:r>
                      <a:endParaRPr lang="zh-CN" altLang="en-US" dirty="0">
                        <a:solidFill>
                          <a:schemeClr val="accent1"/>
                        </a:solidFill>
                      </a:endParaRPr>
                    </a:p>
                  </a:txBody>
                  <a:tcPr/>
                </a:tc>
                <a:tc>
                  <a:txBody>
                    <a:bodyPr/>
                    <a:lstStyle/>
                    <a:p>
                      <a:pPr algn="ctr"/>
                      <a:r>
                        <a:rPr lang="en-US" altLang="zh-CN" dirty="0">
                          <a:solidFill>
                            <a:schemeClr val="accent1"/>
                          </a:solidFill>
                        </a:rPr>
                        <a:t>57</a:t>
                      </a:r>
                      <a:endParaRPr lang="zh-CN" altLang="en-US" dirty="0">
                        <a:solidFill>
                          <a:schemeClr val="accent1"/>
                        </a:solidFill>
                      </a:endParaRPr>
                    </a:p>
                  </a:txBody>
                  <a:tcPr/>
                </a:tc>
                <a:tc>
                  <a:txBody>
                    <a:bodyPr/>
                    <a:lstStyle/>
                    <a:p>
                      <a:pPr algn="ctr"/>
                      <a:r>
                        <a:rPr lang="en-US" altLang="zh-CN" dirty="0">
                          <a:solidFill>
                            <a:schemeClr val="accent1"/>
                          </a:solidFill>
                        </a:rPr>
                        <a:t>95</a:t>
                      </a:r>
                      <a:endParaRPr lang="zh-CN" altLang="en-US" dirty="0">
                        <a:solidFill>
                          <a:schemeClr val="accent1"/>
                        </a:solidFill>
                      </a:endParaRPr>
                    </a:p>
                  </a:txBody>
                  <a:tcPr/>
                </a:tc>
                <a:tc>
                  <a:txBody>
                    <a:bodyPr/>
                    <a:lstStyle/>
                    <a:p>
                      <a:pPr algn="ctr"/>
                      <a:r>
                        <a:rPr lang="en-US" altLang="zh-CN" dirty="0">
                          <a:solidFill>
                            <a:schemeClr val="accent1"/>
                          </a:solidFill>
                        </a:rPr>
                        <a:t>202</a:t>
                      </a:r>
                      <a:endParaRPr lang="zh-CN" altLang="en-US" dirty="0">
                        <a:solidFill>
                          <a:schemeClr val="accent1"/>
                        </a:solidFill>
                      </a:endParaRPr>
                    </a:p>
                  </a:txBody>
                  <a:tcPr/>
                </a:tc>
              </a:tr>
              <a:tr h="849694">
                <a:tc>
                  <a:txBody>
                    <a:bodyPr/>
                    <a:lstStyle/>
                    <a:p>
                      <a:pPr algn="ctr"/>
                      <a:r>
                        <a:rPr lang="zh-CN" altLang="en-US" dirty="0">
                          <a:solidFill>
                            <a:schemeClr val="accent1"/>
                          </a:solidFill>
                        </a:rPr>
                        <a:t>鱼尾</a:t>
                      </a:r>
                      <a:r>
                        <a:rPr lang="en-US" altLang="zh-CN" dirty="0">
                          <a:solidFill>
                            <a:schemeClr val="accent1"/>
                          </a:solidFill>
                        </a:rPr>
                        <a:t>Ⅱ</a:t>
                      </a:r>
                      <a:endParaRPr lang="zh-CN" altLang="en-US" dirty="0">
                        <a:solidFill>
                          <a:schemeClr val="accent1"/>
                        </a:solidFill>
                      </a:endParaRPr>
                    </a:p>
                  </a:txBody>
                  <a:tcPr/>
                </a:tc>
                <a:tc>
                  <a:txBody>
                    <a:bodyPr/>
                    <a:lstStyle/>
                    <a:p>
                      <a:pPr algn="ctr"/>
                      <a:r>
                        <a:rPr lang="en-US" altLang="zh-CN" dirty="0">
                          <a:solidFill>
                            <a:schemeClr val="accent1"/>
                          </a:solidFill>
                        </a:rPr>
                        <a:t>56</a:t>
                      </a:r>
                      <a:endParaRPr lang="zh-CN" altLang="en-US" dirty="0">
                        <a:solidFill>
                          <a:schemeClr val="accent1"/>
                        </a:solidFill>
                      </a:endParaRPr>
                    </a:p>
                  </a:txBody>
                  <a:tcPr/>
                </a:tc>
                <a:tc>
                  <a:txBody>
                    <a:bodyPr/>
                    <a:lstStyle/>
                    <a:p>
                      <a:pPr algn="ctr"/>
                      <a:r>
                        <a:rPr lang="en-US" altLang="zh-CN" dirty="0">
                          <a:solidFill>
                            <a:schemeClr val="accent1"/>
                          </a:solidFill>
                        </a:rPr>
                        <a:t>70</a:t>
                      </a:r>
                      <a:endParaRPr lang="zh-CN" altLang="en-US" dirty="0">
                        <a:solidFill>
                          <a:schemeClr val="accent1"/>
                        </a:solidFill>
                      </a:endParaRPr>
                    </a:p>
                  </a:txBody>
                  <a:tcPr/>
                </a:tc>
                <a:tc>
                  <a:txBody>
                    <a:bodyPr/>
                    <a:lstStyle/>
                    <a:p>
                      <a:pPr algn="ctr"/>
                      <a:r>
                        <a:rPr lang="en-US" altLang="zh-CN" dirty="0">
                          <a:solidFill>
                            <a:schemeClr val="accent1"/>
                          </a:solidFill>
                        </a:rPr>
                        <a:t>152</a:t>
                      </a:r>
                      <a:endParaRPr lang="zh-CN" altLang="en-US" dirty="0">
                        <a:solidFill>
                          <a:schemeClr val="accent1"/>
                        </a:solidFill>
                      </a:endParaRPr>
                    </a:p>
                  </a:txBody>
                  <a:tcPr/>
                </a:tc>
              </a:tr>
              <a:tr h="849694">
                <a:tc>
                  <a:txBody>
                    <a:bodyPr/>
                    <a:lstStyle/>
                    <a:p>
                      <a:pPr algn="ctr"/>
                      <a:r>
                        <a:rPr lang="zh-CN" altLang="en-US" dirty="0">
                          <a:solidFill>
                            <a:schemeClr val="accent1"/>
                          </a:solidFill>
                        </a:rPr>
                        <a:t>尾鳍</a:t>
                      </a:r>
                      <a:endParaRPr lang="zh-CN" altLang="en-US" dirty="0">
                        <a:solidFill>
                          <a:schemeClr val="accent1"/>
                        </a:solidFill>
                      </a:endParaRPr>
                    </a:p>
                  </a:txBody>
                  <a:tcPr/>
                </a:tc>
                <a:tc>
                  <a:txBody>
                    <a:bodyPr/>
                    <a:lstStyle/>
                    <a:p>
                      <a:pPr algn="ctr"/>
                      <a:r>
                        <a:rPr lang="en-US" altLang="zh-CN" dirty="0">
                          <a:solidFill>
                            <a:schemeClr val="accent1"/>
                          </a:solidFill>
                        </a:rPr>
                        <a:t>123</a:t>
                      </a:r>
                      <a:endParaRPr lang="zh-CN" altLang="en-US" dirty="0">
                        <a:solidFill>
                          <a:schemeClr val="accent1"/>
                        </a:solidFill>
                      </a:endParaRPr>
                    </a:p>
                  </a:txBody>
                  <a:tcPr/>
                </a:tc>
                <a:tc>
                  <a:txBody>
                    <a:bodyPr/>
                    <a:lstStyle/>
                    <a:p>
                      <a:pPr algn="ctr"/>
                      <a:r>
                        <a:rPr lang="en-US" altLang="zh-CN" dirty="0">
                          <a:solidFill>
                            <a:schemeClr val="accent1"/>
                          </a:solidFill>
                        </a:rPr>
                        <a:t>15</a:t>
                      </a:r>
                      <a:endParaRPr lang="zh-CN" altLang="en-US" dirty="0">
                        <a:solidFill>
                          <a:schemeClr val="accent1"/>
                        </a:solidFill>
                      </a:endParaRPr>
                    </a:p>
                  </a:txBody>
                  <a:tcPr/>
                </a:tc>
                <a:tc>
                  <a:txBody>
                    <a:bodyPr/>
                    <a:lstStyle/>
                    <a:p>
                      <a:pPr algn="ctr"/>
                      <a:r>
                        <a:rPr lang="en-US" altLang="zh-CN" dirty="0">
                          <a:solidFill>
                            <a:schemeClr val="accent1"/>
                          </a:solidFill>
                        </a:rPr>
                        <a:t>261</a:t>
                      </a:r>
                      <a:endParaRPr lang="zh-CN" altLang="en-US" dirty="0">
                        <a:solidFill>
                          <a:schemeClr val="accent1"/>
                        </a:solidFill>
                      </a:endParaRPr>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16821" y="84714"/>
            <a:ext cx="7488832" cy="931409"/>
          </a:xfrm>
          <a:prstGeom prst="rect">
            <a:avLst/>
          </a:prstGeom>
        </p:spPr>
        <p:txBody>
          <a:bodyPr wrap="square">
            <a:spAutoFit/>
          </a:bodyPr>
          <a:lstStyle/>
          <a:p>
            <a:pPr marL="457200" indent="-457200">
              <a:lnSpc>
                <a:spcPct val="200000"/>
              </a:lnSpc>
              <a:buFont typeface="+mj-lt"/>
              <a:buAutoNum type="arabicPeriod"/>
            </a:pPr>
            <a:r>
              <a:rPr lang="zh-CN" altLang="en-US" sz="3200" kern="100" dirty="0">
                <a:solidFill>
                  <a:srgbClr val="00182A"/>
                </a:solidFill>
                <a:ea typeface="黑体" panose="02010609060101010101" charset="-122"/>
                <a:cs typeface="Times New Roman" panose="02020603050405020304" pitchFamily="18" charset="0"/>
              </a:rPr>
              <a:t>头部设计</a:t>
            </a:r>
            <a:endParaRPr lang="en-US" altLang="zh-CN" sz="3200" kern="100" dirty="0">
              <a:solidFill>
                <a:srgbClr val="00182A"/>
              </a:solidFill>
              <a:ea typeface="黑体" panose="02010609060101010101" charset="-122"/>
              <a:cs typeface="Times New Roman" panose="02020603050405020304" pitchFamily="18" charset="0"/>
            </a:endParaRPr>
          </a:p>
        </p:txBody>
      </p:sp>
      <p:sp>
        <p:nvSpPr>
          <p:cNvPr id="3" name="矩形 2"/>
          <p:cNvSpPr/>
          <p:nvPr/>
        </p:nvSpPr>
        <p:spPr>
          <a:xfrm>
            <a:off x="288429" y="224035"/>
            <a:ext cx="2664296" cy="792088"/>
          </a:xfrm>
          <a:prstGeom prst="rect">
            <a:avLst/>
          </a:prstGeom>
          <a:solidFill>
            <a:srgbClr val="0058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solidFill>
                  <a:schemeClr val="bg1"/>
                </a:solidFill>
                <a:latin typeface="微软雅黑" panose="020B0503020204020204" pitchFamily="34" charset="-122"/>
                <a:ea typeface="微软雅黑" panose="020B0503020204020204" pitchFamily="34" charset="-122"/>
              </a:rPr>
              <a:t>设计方案：</a:t>
            </a:r>
            <a:endParaRPr lang="zh-CN" altLang="en-US" sz="3200" dirty="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44413" y="1132482"/>
            <a:ext cx="6840760" cy="4461093"/>
          </a:xfrm>
          <a:prstGeom prst="rect">
            <a:avLst/>
          </a:prstGeom>
          <a:noFill/>
        </p:spPr>
        <p:txBody>
          <a:bodyPr wrap="square" rtlCol="0">
            <a:spAutoFit/>
          </a:bodyPr>
          <a:lstStyle/>
          <a:p>
            <a:pPr marL="457200" indent="-457200">
              <a:lnSpc>
                <a:spcPct val="150000"/>
              </a:lnSpc>
              <a:buFont typeface="+mj-lt"/>
              <a:buAutoNum type="arabicPeriod"/>
            </a:pPr>
            <a:r>
              <a:rPr lang="zh-CN" altLang="en-US" sz="2400" dirty="0">
                <a:solidFill>
                  <a:schemeClr val="accent1"/>
                </a:solidFill>
              </a:rPr>
              <a:t>单片机、电池、各类传感器等控制电路部分需要存放在</a:t>
            </a:r>
            <a:r>
              <a:rPr lang="zh-CN" altLang="en-US" sz="2400" dirty="0">
                <a:solidFill>
                  <a:srgbClr val="FF0000"/>
                </a:solidFill>
              </a:rPr>
              <a:t>鱼头内部</a:t>
            </a:r>
            <a:r>
              <a:rPr lang="zh-CN" altLang="en-US" sz="2400" dirty="0">
                <a:solidFill>
                  <a:schemeClr val="accent1"/>
                </a:solidFill>
              </a:rPr>
              <a:t>，因此需要做好良好的防水、密封，以免进水，且也要方便安装。 </a:t>
            </a:r>
            <a:endParaRPr lang="en-US" altLang="zh-CN" sz="2400" dirty="0">
              <a:solidFill>
                <a:schemeClr val="accent1"/>
              </a:solidFill>
            </a:endParaRPr>
          </a:p>
          <a:p>
            <a:pPr marL="457200" indent="-457200">
              <a:lnSpc>
                <a:spcPct val="150000"/>
              </a:lnSpc>
              <a:buFont typeface="+mj-lt"/>
              <a:buAutoNum type="arabicPeriod"/>
            </a:pPr>
            <a:r>
              <a:rPr lang="zh-CN" altLang="en-US" sz="2400" dirty="0">
                <a:solidFill>
                  <a:schemeClr val="accent1"/>
                </a:solidFill>
              </a:rPr>
              <a:t>配重块的位置选取。需要在鱼头内部，且</a:t>
            </a:r>
            <a:r>
              <a:rPr lang="zh-CN" altLang="en-US" sz="2400" dirty="0">
                <a:solidFill>
                  <a:srgbClr val="FF0000"/>
                </a:solidFill>
              </a:rPr>
              <a:t>偏底部</a:t>
            </a:r>
            <a:r>
              <a:rPr lang="zh-CN" altLang="en-US" sz="2400" dirty="0">
                <a:solidFill>
                  <a:schemeClr val="accent1"/>
                </a:solidFill>
              </a:rPr>
              <a:t>的地方放置配重块，保证鱼体的重心平衡、密度与水相同，才可实现在水中悬浮、不侧翻。 </a:t>
            </a:r>
            <a:endParaRPr lang="en-US" altLang="zh-CN" sz="2400" dirty="0">
              <a:solidFill>
                <a:schemeClr val="accent1"/>
              </a:solidFill>
            </a:endParaRPr>
          </a:p>
          <a:p>
            <a:pPr marL="457200" indent="-457200">
              <a:lnSpc>
                <a:spcPct val="150000"/>
              </a:lnSpc>
              <a:buFont typeface="+mj-lt"/>
              <a:buAutoNum type="arabicPeriod"/>
            </a:pPr>
            <a:r>
              <a:rPr lang="zh-CN" altLang="en-US" sz="2400" dirty="0">
                <a:solidFill>
                  <a:schemeClr val="accent1"/>
                </a:solidFill>
              </a:rPr>
              <a:t>鱼头的外形设计需要与现实中的鱼类相似，且保证</a:t>
            </a:r>
            <a:r>
              <a:rPr lang="zh-CN" altLang="en-US" sz="2400" dirty="0">
                <a:solidFill>
                  <a:srgbClr val="FF0000"/>
                </a:solidFill>
              </a:rPr>
              <a:t>流线型</a:t>
            </a:r>
            <a:r>
              <a:rPr lang="zh-CN" altLang="en-US" sz="2400" dirty="0">
                <a:solidFill>
                  <a:schemeClr val="accent1"/>
                </a:solidFill>
              </a:rPr>
              <a:t>的设计，减少在水下的摩擦阻力</a:t>
            </a:r>
            <a:endParaRPr lang="zh-CN" altLang="en-US" sz="2400" dirty="0">
              <a:solidFill>
                <a:schemeClr val="accent1"/>
              </a:solidFill>
            </a:endParaRPr>
          </a:p>
        </p:txBody>
      </p:sp>
      <p:pic>
        <p:nvPicPr>
          <p:cNvPr id="6" name="图片 5"/>
          <p:cNvPicPr>
            <a:picLocks noChangeAspect="1"/>
          </p:cNvPicPr>
          <p:nvPr/>
        </p:nvPicPr>
        <p:blipFill>
          <a:blip r:embed="rId1"/>
          <a:stretch>
            <a:fillRect/>
          </a:stretch>
        </p:blipFill>
        <p:spPr>
          <a:xfrm>
            <a:off x="6985173" y="1132482"/>
            <a:ext cx="3744414" cy="3004845"/>
          </a:xfrm>
          <a:prstGeom prst="rect">
            <a:avLst/>
          </a:prstGeom>
        </p:spPr>
      </p:pic>
      <p:sp>
        <p:nvSpPr>
          <p:cNvPr id="7" name="文本框 6"/>
          <p:cNvSpPr txBox="1"/>
          <p:nvPr/>
        </p:nvSpPr>
        <p:spPr>
          <a:xfrm>
            <a:off x="7237200" y="4392215"/>
            <a:ext cx="3240360" cy="446276"/>
          </a:xfrm>
          <a:prstGeom prst="rect">
            <a:avLst/>
          </a:prstGeom>
          <a:noFill/>
        </p:spPr>
        <p:txBody>
          <a:bodyPr wrap="square" rtlCol="0">
            <a:spAutoFit/>
          </a:bodyPr>
          <a:lstStyle/>
          <a:p>
            <a:pPr algn="ctr"/>
            <a:r>
              <a:rPr lang="zh-CN" altLang="en-US" dirty="0">
                <a:solidFill>
                  <a:schemeClr val="accent1"/>
                </a:solidFill>
              </a:rPr>
              <a:t>鱼头线架图</a:t>
            </a:r>
            <a:endParaRPr lang="zh-CN" altLang="en-US" dirty="0">
              <a:solidFill>
                <a:schemeClr val="accent1"/>
              </a:solidFill>
            </a:endParaRPr>
          </a:p>
        </p:txBody>
      </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16821" y="84714"/>
            <a:ext cx="7488832" cy="931409"/>
          </a:xfrm>
          <a:prstGeom prst="rect">
            <a:avLst/>
          </a:prstGeom>
        </p:spPr>
        <p:txBody>
          <a:bodyPr wrap="square">
            <a:spAutoFit/>
          </a:bodyPr>
          <a:lstStyle/>
          <a:p>
            <a:pPr>
              <a:lnSpc>
                <a:spcPct val="200000"/>
              </a:lnSpc>
            </a:pPr>
            <a:r>
              <a:rPr lang="en-US" altLang="zh-CN" sz="3200" kern="100" dirty="0">
                <a:solidFill>
                  <a:srgbClr val="00182A"/>
                </a:solidFill>
                <a:ea typeface="黑体" panose="02010609060101010101" charset="-122"/>
                <a:cs typeface="Times New Roman" panose="02020603050405020304" pitchFamily="18" charset="0"/>
              </a:rPr>
              <a:t>2.</a:t>
            </a:r>
            <a:r>
              <a:rPr lang="zh-CN" altLang="en-US" sz="3200" kern="100" dirty="0">
                <a:solidFill>
                  <a:srgbClr val="00182A"/>
                </a:solidFill>
                <a:ea typeface="黑体" panose="02010609060101010101" charset="-122"/>
                <a:cs typeface="Times New Roman" panose="02020603050405020304" pitchFamily="18" charset="0"/>
              </a:rPr>
              <a:t>鱼尾设计</a:t>
            </a:r>
            <a:endParaRPr lang="en-US" altLang="zh-CN" sz="3200" kern="100" dirty="0">
              <a:solidFill>
                <a:srgbClr val="00182A"/>
              </a:solidFill>
              <a:ea typeface="黑体" panose="02010609060101010101" charset="-122"/>
              <a:cs typeface="Times New Roman" panose="02020603050405020304" pitchFamily="18" charset="0"/>
            </a:endParaRPr>
          </a:p>
        </p:txBody>
      </p:sp>
      <p:sp>
        <p:nvSpPr>
          <p:cNvPr id="3" name="矩形 2"/>
          <p:cNvSpPr/>
          <p:nvPr/>
        </p:nvSpPr>
        <p:spPr>
          <a:xfrm>
            <a:off x="288429" y="224035"/>
            <a:ext cx="2664296" cy="792088"/>
          </a:xfrm>
          <a:prstGeom prst="rect">
            <a:avLst/>
          </a:prstGeom>
          <a:solidFill>
            <a:srgbClr val="0058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solidFill>
                  <a:schemeClr val="bg1"/>
                </a:solidFill>
                <a:latin typeface="微软雅黑" panose="020B0503020204020204" pitchFamily="34" charset="-122"/>
                <a:ea typeface="微软雅黑" panose="020B0503020204020204" pitchFamily="34" charset="-122"/>
              </a:rPr>
              <a:t>设计方案：</a:t>
            </a:r>
            <a:endParaRPr lang="zh-CN" altLang="en-US" sz="3200" dirty="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558461" y="1295871"/>
            <a:ext cx="4644515" cy="5021055"/>
          </a:xfrm>
          <a:prstGeom prst="rect">
            <a:avLst/>
          </a:prstGeom>
          <a:noFill/>
        </p:spPr>
        <p:txBody>
          <a:bodyPr wrap="square" rtlCol="0">
            <a:spAutoFit/>
          </a:bodyPr>
          <a:lstStyle/>
          <a:p>
            <a:pPr marL="457200" indent="-457200">
              <a:lnSpc>
                <a:spcPct val="150000"/>
              </a:lnSpc>
              <a:buFont typeface="+mj-lt"/>
              <a:buAutoNum type="arabicPeriod"/>
            </a:pPr>
            <a:r>
              <a:rPr lang="zh-CN" altLang="en-US" sz="2400" dirty="0">
                <a:solidFill>
                  <a:schemeClr val="accent1"/>
                </a:solidFill>
              </a:rPr>
              <a:t>采用两关节全金属</a:t>
            </a:r>
            <a:r>
              <a:rPr lang="en-US" altLang="zh-CN" sz="2400" dirty="0">
                <a:solidFill>
                  <a:schemeClr val="accent1"/>
                </a:solidFill>
              </a:rPr>
              <a:t>180°</a:t>
            </a:r>
            <a:r>
              <a:rPr lang="zh-CN" altLang="en-US" sz="2400" dirty="0">
                <a:solidFill>
                  <a:schemeClr val="accent1"/>
                </a:solidFill>
              </a:rPr>
              <a:t>舵机串联相接</a:t>
            </a:r>
            <a:endParaRPr lang="en-US" altLang="zh-CN" sz="2400" dirty="0">
              <a:solidFill>
                <a:schemeClr val="accent1"/>
              </a:solidFill>
            </a:endParaRPr>
          </a:p>
          <a:p>
            <a:pPr marL="457200" indent="-457200">
              <a:lnSpc>
                <a:spcPct val="150000"/>
              </a:lnSpc>
              <a:buFont typeface="+mj-lt"/>
              <a:buAutoNum type="arabicPeriod"/>
            </a:pPr>
            <a:r>
              <a:rPr lang="zh-CN" altLang="en-US" sz="2400" dirty="0">
                <a:solidFill>
                  <a:schemeClr val="accent1"/>
                </a:solidFill>
              </a:rPr>
              <a:t>设计采用的为 </a:t>
            </a:r>
            <a:r>
              <a:rPr lang="en-US" altLang="zh-CN" sz="2400" dirty="0">
                <a:solidFill>
                  <a:schemeClr val="accent1"/>
                </a:solidFill>
              </a:rPr>
              <a:t>20 kg </a:t>
            </a:r>
            <a:r>
              <a:rPr lang="zh-CN" altLang="en-US" sz="2400" dirty="0">
                <a:solidFill>
                  <a:schemeClr val="accent1"/>
                </a:solidFill>
              </a:rPr>
              <a:t>的全防水 </a:t>
            </a:r>
            <a:r>
              <a:rPr lang="en-US" altLang="zh-CN" sz="2400" dirty="0">
                <a:solidFill>
                  <a:schemeClr val="accent1"/>
                </a:solidFill>
              </a:rPr>
              <a:t>180 </a:t>
            </a:r>
            <a:r>
              <a:rPr lang="zh-CN" altLang="en-US" sz="2400" dirty="0">
                <a:solidFill>
                  <a:schemeClr val="accent1"/>
                </a:solidFill>
              </a:rPr>
              <a:t>度可调的全金属舵机</a:t>
            </a:r>
            <a:endParaRPr lang="en-US" altLang="zh-CN" sz="2400" dirty="0">
              <a:solidFill>
                <a:schemeClr val="accent1"/>
              </a:solidFill>
            </a:endParaRPr>
          </a:p>
          <a:p>
            <a:pPr marL="457200" indent="-457200">
              <a:lnSpc>
                <a:spcPct val="150000"/>
              </a:lnSpc>
              <a:buFont typeface="+mj-lt"/>
              <a:buAutoNum type="arabicPeriod"/>
            </a:pPr>
            <a:r>
              <a:rPr lang="zh-CN" altLang="en-US" sz="2400" dirty="0">
                <a:solidFill>
                  <a:schemeClr val="accent1"/>
                </a:solidFill>
              </a:rPr>
              <a:t>舵机接</a:t>
            </a:r>
            <a:r>
              <a:rPr lang="en-US" altLang="zh-CN" sz="2400" dirty="0">
                <a:solidFill>
                  <a:schemeClr val="accent1"/>
                </a:solidFill>
              </a:rPr>
              <a:t>U</a:t>
            </a:r>
            <a:r>
              <a:rPr lang="zh-CN" altLang="en-US" sz="2400" dirty="0">
                <a:solidFill>
                  <a:schemeClr val="accent1"/>
                </a:solidFill>
              </a:rPr>
              <a:t>型支架，开孔通过螺钉连接，</a:t>
            </a:r>
            <a:r>
              <a:rPr lang="en-US" altLang="zh-CN" sz="2400" dirty="0">
                <a:solidFill>
                  <a:schemeClr val="accent1"/>
                </a:solidFill>
              </a:rPr>
              <a:t>U</a:t>
            </a:r>
            <a:r>
              <a:rPr lang="zh-CN" altLang="en-US" sz="2400" dirty="0">
                <a:solidFill>
                  <a:schemeClr val="accent1"/>
                </a:solidFill>
              </a:rPr>
              <a:t>型支架底板为</a:t>
            </a:r>
            <a:r>
              <a:rPr lang="en-US" altLang="zh-CN" sz="2400" dirty="0">
                <a:solidFill>
                  <a:schemeClr val="accent1"/>
                </a:solidFill>
              </a:rPr>
              <a:t>20mmX44.2mm,</a:t>
            </a:r>
            <a:r>
              <a:rPr lang="zh-CN" altLang="en-US" sz="2400" dirty="0">
                <a:solidFill>
                  <a:schemeClr val="accent1"/>
                </a:solidFill>
              </a:rPr>
              <a:t>小孔直径为</a:t>
            </a:r>
            <a:r>
              <a:rPr lang="en-US" altLang="zh-CN" sz="2400" dirty="0">
                <a:solidFill>
                  <a:schemeClr val="accent1"/>
                </a:solidFill>
              </a:rPr>
              <a:t>3mm</a:t>
            </a:r>
            <a:r>
              <a:rPr lang="zh-CN" altLang="en-US" sz="2400" dirty="0">
                <a:solidFill>
                  <a:schemeClr val="accent1"/>
                </a:solidFill>
              </a:rPr>
              <a:t>。</a:t>
            </a:r>
            <a:r>
              <a:rPr lang="en-US" altLang="zh-CN" sz="2400" dirty="0">
                <a:solidFill>
                  <a:schemeClr val="accent1"/>
                </a:solidFill>
              </a:rPr>
              <a:t>U</a:t>
            </a:r>
            <a:r>
              <a:rPr lang="zh-CN" altLang="en-US" sz="2400" dirty="0">
                <a:solidFill>
                  <a:schemeClr val="accent1"/>
                </a:solidFill>
              </a:rPr>
              <a:t>型支架侧板小孔直径为</a:t>
            </a:r>
            <a:r>
              <a:rPr lang="en-US" altLang="zh-CN" sz="2400" dirty="0">
                <a:solidFill>
                  <a:schemeClr val="accent1"/>
                </a:solidFill>
              </a:rPr>
              <a:t>2mm</a:t>
            </a:r>
            <a:endParaRPr lang="en-US" altLang="zh-CN" sz="2400" dirty="0">
              <a:solidFill>
                <a:schemeClr val="accent1"/>
              </a:solidFill>
            </a:endParaRPr>
          </a:p>
        </p:txBody>
      </p:sp>
      <p:sp>
        <p:nvSpPr>
          <p:cNvPr id="7" name="文本框 6"/>
          <p:cNvSpPr txBox="1"/>
          <p:nvPr/>
        </p:nvSpPr>
        <p:spPr>
          <a:xfrm>
            <a:off x="6759254" y="5623516"/>
            <a:ext cx="3240360" cy="446276"/>
          </a:xfrm>
          <a:prstGeom prst="rect">
            <a:avLst/>
          </a:prstGeom>
          <a:noFill/>
        </p:spPr>
        <p:txBody>
          <a:bodyPr wrap="square" rtlCol="0">
            <a:spAutoFit/>
          </a:bodyPr>
          <a:lstStyle/>
          <a:p>
            <a:pPr algn="ctr"/>
            <a:r>
              <a:rPr lang="zh-CN" altLang="en-US" dirty="0">
                <a:solidFill>
                  <a:schemeClr val="accent1"/>
                </a:solidFill>
              </a:rPr>
              <a:t>鱼尾连接图</a:t>
            </a:r>
            <a:endParaRPr lang="zh-CN" altLang="en-US" dirty="0">
              <a:solidFill>
                <a:schemeClr val="accent1"/>
              </a:solidFill>
            </a:endParaRPr>
          </a:p>
        </p:txBody>
      </p:sp>
      <p:pic>
        <p:nvPicPr>
          <p:cNvPr id="8" name="图片 7"/>
          <p:cNvPicPr>
            <a:picLocks noChangeAspect="1"/>
          </p:cNvPicPr>
          <p:nvPr/>
        </p:nvPicPr>
        <p:blipFill>
          <a:blip r:embed="rId1"/>
          <a:stretch>
            <a:fillRect/>
          </a:stretch>
        </p:blipFill>
        <p:spPr>
          <a:xfrm>
            <a:off x="6589131" y="633521"/>
            <a:ext cx="3420378" cy="2512209"/>
          </a:xfrm>
          <a:prstGeom prst="rect">
            <a:avLst/>
          </a:prstGeom>
        </p:spPr>
      </p:pic>
      <p:pic>
        <p:nvPicPr>
          <p:cNvPr id="10" name="图片 9"/>
          <p:cNvPicPr>
            <a:picLocks noChangeAspect="1"/>
          </p:cNvPicPr>
          <p:nvPr/>
        </p:nvPicPr>
        <p:blipFill>
          <a:blip r:embed="rId2"/>
          <a:stretch>
            <a:fillRect/>
          </a:stretch>
        </p:blipFill>
        <p:spPr>
          <a:xfrm>
            <a:off x="6589131" y="3131665"/>
            <a:ext cx="3420378" cy="240733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16821" y="84714"/>
            <a:ext cx="7488832" cy="931409"/>
          </a:xfrm>
          <a:prstGeom prst="rect">
            <a:avLst/>
          </a:prstGeom>
        </p:spPr>
        <p:txBody>
          <a:bodyPr wrap="square">
            <a:spAutoFit/>
          </a:bodyPr>
          <a:lstStyle/>
          <a:p>
            <a:pPr>
              <a:lnSpc>
                <a:spcPct val="200000"/>
              </a:lnSpc>
            </a:pPr>
            <a:r>
              <a:rPr lang="en-US" altLang="zh-CN" sz="3200" kern="100" dirty="0">
                <a:solidFill>
                  <a:srgbClr val="00182A"/>
                </a:solidFill>
                <a:ea typeface="黑体" panose="02010609060101010101" charset="-122"/>
                <a:cs typeface="Times New Roman" panose="02020603050405020304" pitchFamily="18" charset="0"/>
              </a:rPr>
              <a:t>3.</a:t>
            </a:r>
            <a:r>
              <a:rPr lang="zh-CN" altLang="en-US" sz="3200" kern="100" dirty="0">
                <a:solidFill>
                  <a:srgbClr val="00182A"/>
                </a:solidFill>
                <a:ea typeface="黑体" panose="02010609060101010101" charset="-122"/>
                <a:cs typeface="Times New Roman" panose="02020603050405020304" pitchFamily="18" charset="0"/>
              </a:rPr>
              <a:t>尾鳍设计</a:t>
            </a:r>
            <a:endParaRPr lang="en-US" altLang="zh-CN" sz="3200" kern="100" dirty="0">
              <a:solidFill>
                <a:srgbClr val="00182A"/>
              </a:solidFill>
              <a:ea typeface="黑体" panose="02010609060101010101" charset="-122"/>
              <a:cs typeface="Times New Roman" panose="02020603050405020304" pitchFamily="18" charset="0"/>
            </a:endParaRPr>
          </a:p>
        </p:txBody>
      </p:sp>
      <p:sp>
        <p:nvSpPr>
          <p:cNvPr id="3" name="矩形 2"/>
          <p:cNvSpPr/>
          <p:nvPr/>
        </p:nvSpPr>
        <p:spPr>
          <a:xfrm>
            <a:off x="288429" y="224035"/>
            <a:ext cx="2664296" cy="792088"/>
          </a:xfrm>
          <a:prstGeom prst="rect">
            <a:avLst/>
          </a:prstGeom>
          <a:solidFill>
            <a:srgbClr val="0058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solidFill>
                  <a:schemeClr val="bg1"/>
                </a:solidFill>
                <a:latin typeface="微软雅黑" panose="020B0503020204020204" pitchFamily="34" charset="-122"/>
                <a:ea typeface="微软雅黑" panose="020B0503020204020204" pitchFamily="34" charset="-122"/>
              </a:rPr>
              <a:t>设计方案：</a:t>
            </a:r>
            <a:endParaRPr lang="zh-CN" altLang="en-US" sz="3200" dirty="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558461" y="1295871"/>
            <a:ext cx="4644515" cy="2799100"/>
          </a:xfrm>
          <a:prstGeom prst="rect">
            <a:avLst/>
          </a:prstGeom>
          <a:noFill/>
        </p:spPr>
        <p:txBody>
          <a:bodyPr wrap="square" rtlCol="0">
            <a:spAutoFit/>
          </a:bodyPr>
          <a:lstStyle>
            <a:defPPr>
              <a:defRPr lang="zh-CN"/>
            </a:defPPr>
            <a:lvl1pPr>
              <a:lnSpc>
                <a:spcPct val="150000"/>
              </a:lnSpc>
              <a:defRPr sz="2400">
                <a:solidFill>
                  <a:schemeClr val="accent1"/>
                </a:solidFill>
              </a:defRPr>
            </a:lvl1pPr>
          </a:lstStyle>
          <a:p>
            <a:r>
              <a:rPr lang="en-US" altLang="zh-CN" dirty="0"/>
              <a:t>1</a:t>
            </a:r>
            <a:r>
              <a:rPr lang="zh-CN" altLang="en-US" dirty="0"/>
              <a:t>采用仿新月形尾鳍形状（推进）</a:t>
            </a:r>
            <a:endParaRPr lang="en-US" altLang="zh-CN" dirty="0"/>
          </a:p>
          <a:p>
            <a:r>
              <a:rPr lang="en-US" altLang="zh-CN" dirty="0"/>
              <a:t>2.</a:t>
            </a:r>
            <a:r>
              <a:rPr lang="zh-CN" altLang="en-US" dirty="0"/>
              <a:t>尾鳍展开宽度越大，作用推力则越大</a:t>
            </a:r>
            <a:endParaRPr lang="en-US" altLang="zh-CN" dirty="0"/>
          </a:p>
          <a:p>
            <a:r>
              <a:rPr lang="en-US" altLang="zh-CN" dirty="0"/>
              <a:t>3.</a:t>
            </a:r>
            <a:r>
              <a:rPr lang="zh-CN" altLang="en-US" dirty="0"/>
              <a:t>舵机接</a:t>
            </a:r>
            <a:r>
              <a:rPr lang="en-US" altLang="zh-CN" dirty="0"/>
              <a:t>U</a:t>
            </a:r>
            <a:r>
              <a:rPr lang="zh-CN" altLang="en-US" dirty="0"/>
              <a:t>型支架，开孔通过螺钉连接</a:t>
            </a:r>
            <a:endParaRPr lang="en-US" altLang="zh-CN" dirty="0"/>
          </a:p>
        </p:txBody>
      </p:sp>
      <p:sp>
        <p:nvSpPr>
          <p:cNvPr id="7" name="文本框 6"/>
          <p:cNvSpPr txBox="1"/>
          <p:nvPr/>
        </p:nvSpPr>
        <p:spPr>
          <a:xfrm>
            <a:off x="6913165" y="5725440"/>
            <a:ext cx="3240360" cy="446276"/>
          </a:xfrm>
          <a:prstGeom prst="rect">
            <a:avLst/>
          </a:prstGeom>
          <a:noFill/>
        </p:spPr>
        <p:txBody>
          <a:bodyPr wrap="square" rtlCol="0">
            <a:spAutoFit/>
          </a:bodyPr>
          <a:lstStyle/>
          <a:p>
            <a:pPr algn="ctr"/>
            <a:r>
              <a:rPr lang="zh-CN" altLang="en-US" dirty="0">
                <a:solidFill>
                  <a:schemeClr val="accent1"/>
                </a:solidFill>
              </a:rPr>
              <a:t>尾鳍尺寸图</a:t>
            </a:r>
            <a:endParaRPr lang="zh-CN" altLang="en-US" dirty="0">
              <a:solidFill>
                <a:schemeClr val="accent1"/>
              </a:solidFill>
            </a:endParaRPr>
          </a:p>
        </p:txBody>
      </p:sp>
      <p:pic>
        <p:nvPicPr>
          <p:cNvPr id="6" name="图片 5"/>
          <p:cNvPicPr>
            <a:picLocks noChangeAspect="1"/>
          </p:cNvPicPr>
          <p:nvPr/>
        </p:nvPicPr>
        <p:blipFill rotWithShape="1">
          <a:blip r:embed="rId1">
            <a:extLst>
              <a:ext uri="{28A0092B-C50C-407E-A947-70E740481C1C}">
                <a14:useLocalDpi xmlns:a14="http://schemas.microsoft.com/office/drawing/2010/main" val="0"/>
              </a:ext>
            </a:extLst>
          </a:blip>
          <a:srcRect l="40309" t="15320" r="26100" b="11882"/>
          <a:stretch>
            <a:fillRect/>
          </a:stretch>
        </p:blipFill>
        <p:spPr>
          <a:xfrm>
            <a:off x="5767724" y="754734"/>
            <a:ext cx="4528396" cy="497070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16821" y="84714"/>
            <a:ext cx="7488832" cy="931409"/>
          </a:xfrm>
          <a:prstGeom prst="rect">
            <a:avLst/>
          </a:prstGeom>
        </p:spPr>
        <p:txBody>
          <a:bodyPr wrap="square">
            <a:spAutoFit/>
          </a:bodyPr>
          <a:lstStyle/>
          <a:p>
            <a:pPr>
              <a:lnSpc>
                <a:spcPct val="200000"/>
              </a:lnSpc>
            </a:pPr>
            <a:r>
              <a:rPr lang="en-US" altLang="zh-CN" sz="3200" kern="100" dirty="0">
                <a:solidFill>
                  <a:srgbClr val="00182A"/>
                </a:solidFill>
                <a:ea typeface="黑体" panose="02010609060101010101" charset="-122"/>
                <a:cs typeface="Times New Roman" panose="02020603050405020304" pitchFamily="18" charset="0"/>
              </a:rPr>
              <a:t>4.</a:t>
            </a:r>
            <a:r>
              <a:rPr lang="zh-CN" altLang="en-US" sz="3200" kern="100" dirty="0">
                <a:solidFill>
                  <a:srgbClr val="00182A"/>
                </a:solidFill>
                <a:ea typeface="黑体" panose="02010609060101010101" charset="-122"/>
                <a:cs typeface="Times New Roman" panose="02020603050405020304" pitchFamily="18" charset="0"/>
              </a:rPr>
              <a:t>密封设计</a:t>
            </a:r>
            <a:endParaRPr lang="en-US" altLang="zh-CN" sz="3200" kern="100" dirty="0">
              <a:solidFill>
                <a:srgbClr val="00182A"/>
              </a:solidFill>
              <a:ea typeface="黑体" panose="02010609060101010101" charset="-122"/>
              <a:cs typeface="Times New Roman" panose="02020603050405020304" pitchFamily="18" charset="0"/>
            </a:endParaRPr>
          </a:p>
        </p:txBody>
      </p:sp>
      <p:sp>
        <p:nvSpPr>
          <p:cNvPr id="3" name="矩形 2"/>
          <p:cNvSpPr/>
          <p:nvPr/>
        </p:nvSpPr>
        <p:spPr>
          <a:xfrm>
            <a:off x="288429" y="224035"/>
            <a:ext cx="2664296" cy="792088"/>
          </a:xfrm>
          <a:prstGeom prst="rect">
            <a:avLst/>
          </a:prstGeom>
          <a:solidFill>
            <a:srgbClr val="0058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solidFill>
                  <a:schemeClr val="bg1"/>
                </a:solidFill>
                <a:latin typeface="微软雅黑" panose="020B0503020204020204" pitchFamily="34" charset="-122"/>
                <a:ea typeface="微软雅黑" panose="020B0503020204020204" pitchFamily="34" charset="-122"/>
              </a:rPr>
              <a:t>设计方案：</a:t>
            </a:r>
            <a:endParaRPr lang="zh-CN" altLang="en-US" sz="3200" dirty="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2232645" y="1563538"/>
            <a:ext cx="5094566" cy="3353097"/>
          </a:xfrm>
          <a:prstGeom prst="rect">
            <a:avLst/>
          </a:prstGeom>
          <a:noFill/>
        </p:spPr>
        <p:txBody>
          <a:bodyPr wrap="square" rtlCol="0">
            <a:spAutoFit/>
          </a:bodyPr>
          <a:lstStyle>
            <a:defPPr>
              <a:defRPr lang="zh-CN"/>
            </a:defPPr>
            <a:lvl1pPr>
              <a:lnSpc>
                <a:spcPct val="150000"/>
              </a:lnSpc>
              <a:defRPr sz="2400">
                <a:solidFill>
                  <a:schemeClr val="accent1"/>
                </a:solidFill>
              </a:defRPr>
            </a:lvl1pPr>
          </a:lstStyle>
          <a:p>
            <a:r>
              <a:rPr lang="en-US" altLang="zh-CN" dirty="0"/>
              <a:t>1.</a:t>
            </a:r>
            <a:r>
              <a:rPr lang="zh-CN" altLang="en-US" dirty="0"/>
              <a:t>仿生机器鱼采用装配结构密封和粘合剂密封的方式</a:t>
            </a:r>
            <a:endParaRPr lang="en-US" altLang="zh-CN" dirty="0"/>
          </a:p>
          <a:p>
            <a:r>
              <a:rPr lang="en-US" altLang="zh-CN" dirty="0"/>
              <a:t>2.</a:t>
            </a:r>
            <a:r>
              <a:rPr lang="zh-CN" altLang="en-US" dirty="0"/>
              <a:t>前后两部分的结合处有密封卡槽，装配采用插槽式过盈配合，配合时凹槽底保留一定的空间，填充上可塑粘合剂。</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16821" y="84714"/>
            <a:ext cx="7488832" cy="931409"/>
          </a:xfrm>
          <a:prstGeom prst="rect">
            <a:avLst/>
          </a:prstGeom>
        </p:spPr>
        <p:txBody>
          <a:bodyPr wrap="square">
            <a:spAutoFit/>
          </a:bodyPr>
          <a:lstStyle/>
          <a:p>
            <a:pPr>
              <a:lnSpc>
                <a:spcPct val="200000"/>
              </a:lnSpc>
            </a:pPr>
            <a:r>
              <a:rPr lang="en-US" altLang="zh-CN" sz="3200" kern="100" dirty="0">
                <a:solidFill>
                  <a:srgbClr val="00182A"/>
                </a:solidFill>
                <a:ea typeface="黑体" panose="02010609060101010101" charset="-122"/>
                <a:cs typeface="Times New Roman" panose="02020603050405020304" pitchFamily="18" charset="0"/>
              </a:rPr>
              <a:t>5.</a:t>
            </a:r>
            <a:r>
              <a:rPr lang="zh-CN" altLang="en-US" sz="3200" kern="100" dirty="0">
                <a:solidFill>
                  <a:srgbClr val="00182A"/>
                </a:solidFill>
                <a:ea typeface="黑体" panose="02010609060101010101" charset="-122"/>
                <a:cs typeface="Times New Roman" panose="02020603050405020304" pitchFamily="18" charset="0"/>
              </a:rPr>
              <a:t>上浮下潜机构设计</a:t>
            </a:r>
            <a:endParaRPr lang="en-US" altLang="zh-CN" sz="3200" kern="100" dirty="0">
              <a:solidFill>
                <a:srgbClr val="00182A"/>
              </a:solidFill>
              <a:ea typeface="黑体" panose="02010609060101010101" charset="-122"/>
              <a:cs typeface="Times New Roman" panose="02020603050405020304" pitchFamily="18" charset="0"/>
            </a:endParaRPr>
          </a:p>
        </p:txBody>
      </p:sp>
      <p:sp>
        <p:nvSpPr>
          <p:cNvPr id="3" name="矩形 2"/>
          <p:cNvSpPr/>
          <p:nvPr/>
        </p:nvSpPr>
        <p:spPr>
          <a:xfrm>
            <a:off x="288429" y="224035"/>
            <a:ext cx="2664296" cy="792088"/>
          </a:xfrm>
          <a:prstGeom prst="rect">
            <a:avLst/>
          </a:prstGeom>
          <a:solidFill>
            <a:srgbClr val="0058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solidFill>
                  <a:schemeClr val="bg1"/>
                </a:solidFill>
                <a:latin typeface="微软雅黑" panose="020B0503020204020204" pitchFamily="34" charset="-122"/>
                <a:ea typeface="微软雅黑" panose="020B0503020204020204" pitchFamily="34" charset="-122"/>
              </a:rPr>
              <a:t>设计方案：</a:t>
            </a:r>
            <a:endParaRPr lang="zh-CN" altLang="en-US" sz="3200" dirty="0">
              <a:solidFill>
                <a:schemeClr val="bg1"/>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144413" y="2015951"/>
            <a:ext cx="5172075" cy="3781425"/>
          </a:xfrm>
          <a:prstGeom prst="rect">
            <a:avLst/>
          </a:prstGeom>
        </p:spPr>
      </p:pic>
      <p:sp>
        <p:nvSpPr>
          <p:cNvPr id="8" name="文本框 7"/>
          <p:cNvSpPr txBox="1"/>
          <p:nvPr/>
        </p:nvSpPr>
        <p:spPr>
          <a:xfrm>
            <a:off x="5574256" y="2231975"/>
            <a:ext cx="5758960" cy="3416320"/>
          </a:xfrm>
          <a:prstGeom prst="rect">
            <a:avLst/>
          </a:prstGeom>
          <a:noFill/>
        </p:spPr>
        <p:txBody>
          <a:bodyPr wrap="square">
            <a:spAutoFit/>
          </a:bodyPr>
          <a:lstStyle/>
          <a:p>
            <a:pPr indent="355600" algn="just"/>
            <a:r>
              <a:rPr lang="zh-CN" altLang="zh-CN" sz="2400" kern="100" dirty="0">
                <a:solidFill>
                  <a:schemeClr val="accent1"/>
                </a:solidFill>
                <a:effectLst/>
                <a:latin typeface="Calibri" panose="020F0502020204030204" pitchFamily="34" charset="0"/>
                <a:ea typeface="宋体" panose="02010600030101010101" pitchFamily="2" charset="-122"/>
                <a:cs typeface="Times New Roman" panose="02020603050405020304" pitchFamily="18" charset="0"/>
              </a:rPr>
              <a:t>仿生鱼在水下需要依据环境的变换进行上浮下潜，由此在这一小节进行了上浮下潜机构的设计。运动原理是上面的舵机带动导杆进行摆动，使滑块进行前后移动，使得鱼的重心前后移动；当滑块移动到前面的时候，重心在前面，鱼头下沉实现仿生鱼的下潜运动，相反当滑块移动到后面的时候，重心在后面，鱼头上浮实现仿生鱼的上浮运动。</a:t>
            </a:r>
            <a:endParaRPr lang="zh-CN" altLang="zh-CN" sz="2400" kern="100" dirty="0">
              <a:solidFill>
                <a:schemeClr val="accent1"/>
              </a:solidFill>
              <a:effectLst/>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16821" y="200280"/>
            <a:ext cx="7992888" cy="931409"/>
          </a:xfrm>
          <a:prstGeom prst="rect">
            <a:avLst/>
          </a:prstGeom>
        </p:spPr>
        <p:txBody>
          <a:bodyPr wrap="square">
            <a:spAutoFit/>
          </a:bodyPr>
          <a:lstStyle/>
          <a:p>
            <a:pPr>
              <a:lnSpc>
                <a:spcPct val="200000"/>
              </a:lnSpc>
            </a:pPr>
            <a:r>
              <a:rPr lang="zh-CN" altLang="en-US" sz="3200" kern="100" dirty="0">
                <a:solidFill>
                  <a:srgbClr val="00182A"/>
                </a:solidFill>
                <a:ea typeface="黑体" panose="02010609060101010101" charset="-122"/>
                <a:cs typeface="Times New Roman" panose="02020603050405020304" pitchFamily="18" charset="0"/>
                <a:sym typeface="+mn-ea"/>
              </a:rPr>
              <a:t>二</a:t>
            </a:r>
            <a:r>
              <a:rPr lang="en-US" altLang="zh-CN" sz="3200" kern="100" dirty="0">
                <a:solidFill>
                  <a:srgbClr val="00182A"/>
                </a:solidFill>
                <a:ea typeface="黑体" panose="02010609060101010101" charset="-122"/>
                <a:cs typeface="Times New Roman" panose="02020603050405020304" pitchFamily="18" charset="0"/>
                <a:sym typeface="+mn-ea"/>
              </a:rPr>
              <a:t>.</a:t>
            </a:r>
            <a:r>
              <a:rPr lang="zh-CN" altLang="en-US" sz="3200" kern="100" dirty="0">
                <a:solidFill>
                  <a:srgbClr val="00182A"/>
                </a:solidFill>
                <a:ea typeface="黑体" panose="02010609060101010101" charset="-122"/>
                <a:cs typeface="Times New Roman" panose="02020603050405020304" pitchFamily="18" charset="0"/>
                <a:sym typeface="+mn-ea"/>
              </a:rPr>
              <a:t>控制系统硬件</a:t>
            </a:r>
            <a:r>
              <a:rPr lang="zh-CN" altLang="zh-CN" sz="3200" kern="100" dirty="0">
                <a:solidFill>
                  <a:srgbClr val="00182A"/>
                </a:solidFill>
                <a:ea typeface="黑体" panose="02010609060101010101" charset="-122"/>
                <a:cs typeface="Times New Roman" panose="02020603050405020304" pitchFamily="18" charset="0"/>
                <a:sym typeface="+mn-ea"/>
              </a:rPr>
              <a:t>设计</a:t>
            </a:r>
            <a:endParaRPr lang="en-US" altLang="zh-CN" sz="3200" kern="100" dirty="0">
              <a:solidFill>
                <a:srgbClr val="00182A"/>
              </a:solidFill>
              <a:ea typeface="黑体" panose="02010609060101010101" charset="-122"/>
              <a:cs typeface="Times New Roman" panose="02020603050405020304" pitchFamily="18" charset="0"/>
            </a:endParaRPr>
          </a:p>
        </p:txBody>
      </p:sp>
      <p:sp>
        <p:nvSpPr>
          <p:cNvPr id="9" name="矩形 8"/>
          <p:cNvSpPr/>
          <p:nvPr/>
        </p:nvSpPr>
        <p:spPr>
          <a:xfrm>
            <a:off x="288429" y="224035"/>
            <a:ext cx="2664296" cy="792088"/>
          </a:xfrm>
          <a:prstGeom prst="rect">
            <a:avLst/>
          </a:prstGeom>
          <a:solidFill>
            <a:srgbClr val="0058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solidFill>
                  <a:schemeClr val="bg1"/>
                </a:solidFill>
                <a:latin typeface="微软雅黑" panose="020B0503020204020204" pitchFamily="34" charset="-122"/>
                <a:ea typeface="微软雅黑" panose="020B0503020204020204" pitchFamily="34" charset="-122"/>
              </a:rPr>
              <a:t>设计方案：</a:t>
            </a:r>
            <a:endParaRPr lang="zh-CN" altLang="en-US" sz="3200"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2016621" y="1446169"/>
            <a:ext cx="6912768" cy="4809971"/>
          </a:xfrm>
          <a:prstGeom prst="rect">
            <a:avLst/>
          </a:prstGeom>
          <a:noFill/>
        </p:spPr>
        <p:txBody>
          <a:bodyPr wrap="square" rtlCol="0">
            <a:spAutoFit/>
          </a:bodyPr>
          <a:lstStyle/>
          <a:p>
            <a:pPr marL="342900" indent="-342900">
              <a:lnSpc>
                <a:spcPct val="150000"/>
              </a:lnSpc>
              <a:buFont typeface="Wingdings" panose="05000000000000000000" pitchFamily="2" charset="2"/>
              <a:buChar char="l"/>
            </a:pPr>
            <a:r>
              <a:rPr lang="zh-CN" altLang="en-US" dirty="0">
                <a:solidFill>
                  <a:schemeClr val="accent1"/>
                </a:solidFill>
              </a:rPr>
              <a:t>感知能力的仿生。对各种水生生物、障碍物、水温、含氧量等进行感知，通过</a:t>
            </a:r>
            <a:r>
              <a:rPr lang="zh-CN" altLang="en-US" dirty="0">
                <a:solidFill>
                  <a:srgbClr val="FF0000"/>
                </a:solidFill>
              </a:rPr>
              <a:t>传感器</a:t>
            </a:r>
            <a:r>
              <a:rPr lang="zh-CN" altLang="en-US" dirty="0">
                <a:solidFill>
                  <a:schemeClr val="accent1"/>
                </a:solidFill>
              </a:rPr>
              <a:t>来模拟实现鱼类</a:t>
            </a:r>
            <a:r>
              <a:rPr lang="zh-CN" altLang="en-US" dirty="0">
                <a:solidFill>
                  <a:srgbClr val="FF0000"/>
                </a:solidFill>
              </a:rPr>
              <a:t>感知能力</a:t>
            </a:r>
            <a:r>
              <a:rPr lang="zh-CN" altLang="en-US" dirty="0">
                <a:solidFill>
                  <a:schemeClr val="accent1"/>
                </a:solidFill>
              </a:rPr>
              <a:t>。 </a:t>
            </a:r>
            <a:endParaRPr lang="en-US" altLang="zh-CN" dirty="0">
              <a:solidFill>
                <a:schemeClr val="accent1"/>
              </a:solidFill>
            </a:endParaRPr>
          </a:p>
          <a:p>
            <a:pPr marL="342900" indent="-342900">
              <a:lnSpc>
                <a:spcPct val="150000"/>
              </a:lnSpc>
              <a:buFont typeface="Wingdings" panose="05000000000000000000" pitchFamily="2" charset="2"/>
              <a:buChar char="l"/>
            </a:pPr>
            <a:r>
              <a:rPr lang="zh-CN" altLang="en-US" dirty="0">
                <a:solidFill>
                  <a:schemeClr val="accent1"/>
                </a:solidFill>
              </a:rPr>
              <a:t>运动动力的仿生。鱼类大部分是通过尾部和尾鳍实现游动。通过两节大扭力 </a:t>
            </a:r>
            <a:r>
              <a:rPr lang="en-US" altLang="zh-CN" dirty="0">
                <a:solidFill>
                  <a:srgbClr val="FF0000"/>
                </a:solidFill>
              </a:rPr>
              <a:t>0-180 </a:t>
            </a:r>
            <a:r>
              <a:rPr lang="zh-CN" altLang="en-US" dirty="0">
                <a:solidFill>
                  <a:srgbClr val="FF0000"/>
                </a:solidFill>
              </a:rPr>
              <a:t>度可调的防水舵机</a:t>
            </a:r>
            <a:r>
              <a:rPr lang="zh-CN" altLang="en-US" dirty="0">
                <a:solidFill>
                  <a:schemeClr val="accent1"/>
                </a:solidFill>
              </a:rPr>
              <a:t>等来模拟实现鱼类这一运动能力。 </a:t>
            </a:r>
            <a:endParaRPr lang="en-US" altLang="zh-CN" dirty="0">
              <a:solidFill>
                <a:schemeClr val="accent1"/>
              </a:solidFill>
            </a:endParaRPr>
          </a:p>
          <a:p>
            <a:pPr marL="342900" indent="-342900">
              <a:lnSpc>
                <a:spcPct val="150000"/>
              </a:lnSpc>
              <a:buFont typeface="Wingdings" panose="05000000000000000000" pitchFamily="2" charset="2"/>
              <a:buChar char="l"/>
            </a:pPr>
            <a:r>
              <a:rPr lang="zh-CN" altLang="en-US" dirty="0">
                <a:solidFill>
                  <a:schemeClr val="accent1"/>
                </a:solidFill>
              </a:rPr>
              <a:t>控制指令的仿生。主要考虑通过 </a:t>
            </a:r>
            <a:r>
              <a:rPr lang="en-US" altLang="zh-CN" dirty="0">
                <a:solidFill>
                  <a:srgbClr val="FF0000"/>
                </a:solidFill>
              </a:rPr>
              <a:t>STM32 </a:t>
            </a:r>
            <a:r>
              <a:rPr lang="zh-CN" altLang="en-US" dirty="0">
                <a:solidFill>
                  <a:schemeClr val="accent1"/>
                </a:solidFill>
              </a:rPr>
              <a:t>微控制器和</a:t>
            </a:r>
            <a:r>
              <a:rPr lang="zh-CN" altLang="en-US" dirty="0">
                <a:solidFill>
                  <a:srgbClr val="FF0000"/>
                </a:solidFill>
              </a:rPr>
              <a:t>控制代码</a:t>
            </a:r>
            <a:r>
              <a:rPr lang="zh-CN" altLang="en-US" dirty="0">
                <a:solidFill>
                  <a:schemeClr val="accent1"/>
                </a:solidFill>
              </a:rPr>
              <a:t>程序实现仿生鱼类大脑处理判断的能力</a:t>
            </a:r>
            <a:endParaRPr lang="zh-CN" altLang="en-US" dirty="0">
              <a:solidFill>
                <a:schemeClr val="accent1"/>
              </a:solidFill>
            </a:endParaRPr>
          </a:p>
        </p:txBody>
      </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16821" y="200280"/>
            <a:ext cx="7992888" cy="931409"/>
          </a:xfrm>
          <a:prstGeom prst="rect">
            <a:avLst/>
          </a:prstGeom>
        </p:spPr>
        <p:txBody>
          <a:bodyPr wrap="square">
            <a:spAutoFit/>
          </a:bodyPr>
          <a:lstStyle/>
          <a:p>
            <a:pPr>
              <a:lnSpc>
                <a:spcPct val="200000"/>
              </a:lnSpc>
            </a:pPr>
            <a:r>
              <a:rPr lang="zh-CN" altLang="en-US" sz="3200" kern="100" dirty="0">
                <a:solidFill>
                  <a:srgbClr val="00182A"/>
                </a:solidFill>
                <a:ea typeface="黑体" panose="02010609060101010101" charset="-122"/>
                <a:cs typeface="Times New Roman" panose="02020603050405020304" pitchFamily="18" charset="0"/>
                <a:sym typeface="+mn-ea"/>
              </a:rPr>
              <a:t>二</a:t>
            </a:r>
            <a:r>
              <a:rPr lang="en-US" altLang="zh-CN" sz="3200" kern="100" dirty="0">
                <a:solidFill>
                  <a:srgbClr val="00182A"/>
                </a:solidFill>
                <a:ea typeface="黑体" panose="02010609060101010101" charset="-122"/>
                <a:cs typeface="Times New Roman" panose="02020603050405020304" pitchFamily="18" charset="0"/>
                <a:sym typeface="+mn-ea"/>
              </a:rPr>
              <a:t>.</a:t>
            </a:r>
            <a:r>
              <a:rPr lang="zh-CN" altLang="en-US" sz="3200" kern="100" dirty="0">
                <a:solidFill>
                  <a:srgbClr val="00182A"/>
                </a:solidFill>
                <a:ea typeface="黑体" panose="02010609060101010101" charset="-122"/>
                <a:cs typeface="Times New Roman" panose="02020603050405020304" pitchFamily="18" charset="0"/>
                <a:sym typeface="+mn-ea"/>
              </a:rPr>
              <a:t>控制系统硬件</a:t>
            </a:r>
            <a:r>
              <a:rPr lang="zh-CN" altLang="zh-CN" sz="3200" kern="100" dirty="0">
                <a:solidFill>
                  <a:srgbClr val="00182A"/>
                </a:solidFill>
                <a:ea typeface="黑体" panose="02010609060101010101" charset="-122"/>
                <a:cs typeface="Times New Roman" panose="02020603050405020304" pitchFamily="18" charset="0"/>
                <a:sym typeface="+mn-ea"/>
              </a:rPr>
              <a:t>设计</a:t>
            </a:r>
            <a:endParaRPr lang="en-US" altLang="zh-CN" sz="3200" kern="100" dirty="0">
              <a:solidFill>
                <a:srgbClr val="00182A"/>
              </a:solidFill>
              <a:ea typeface="黑体" panose="02010609060101010101" charset="-122"/>
              <a:cs typeface="Times New Roman" panose="02020603050405020304" pitchFamily="18" charset="0"/>
            </a:endParaRPr>
          </a:p>
        </p:txBody>
      </p:sp>
      <p:sp>
        <p:nvSpPr>
          <p:cNvPr id="7" name="矩形 6"/>
          <p:cNvSpPr/>
          <p:nvPr/>
        </p:nvSpPr>
        <p:spPr>
          <a:xfrm>
            <a:off x="5545013" y="1490756"/>
            <a:ext cx="5256584" cy="4245906"/>
          </a:xfrm>
          <a:prstGeom prst="rect">
            <a:avLst/>
          </a:prstGeom>
        </p:spPr>
        <p:txBody>
          <a:bodyPr wrap="square">
            <a:spAutoFit/>
          </a:bodyPr>
          <a:lstStyle/>
          <a:p>
            <a:pPr marL="342900" indent="-342900">
              <a:lnSpc>
                <a:spcPct val="150000"/>
              </a:lnSpc>
              <a:spcAft>
                <a:spcPts val="2000"/>
              </a:spcAft>
              <a:buFont typeface="Arial" panose="020B0604020202020204" pitchFamily="34" charset="0"/>
              <a:buChar char="•"/>
            </a:pPr>
            <a:r>
              <a:rPr lang="zh-CN" altLang="en-US" sz="2000" dirty="0">
                <a:solidFill>
                  <a:schemeClr val="accent1">
                    <a:lumMod val="50000"/>
                  </a:schemeClr>
                </a:solidFill>
              </a:rPr>
              <a:t>整个机器鱼的系统按模块化分类为：主控制器、通信模块、舵机运动模块、 供电模块、传感器采集模块</a:t>
            </a:r>
            <a:r>
              <a:rPr lang="zh-CN" altLang="en-US" sz="2000" dirty="0"/>
              <a:t>。性能的 </a:t>
            </a:r>
            <a:r>
              <a:rPr lang="en-US" altLang="zh-CN" sz="2000" dirty="0"/>
              <a:t>STM32 </a:t>
            </a:r>
            <a:r>
              <a:rPr lang="zh-CN" altLang="en-US" sz="2000" dirty="0"/>
              <a:t>单</a:t>
            </a:r>
            <a:endParaRPr lang="en-US" altLang="zh-CN" sz="2000" dirty="0"/>
          </a:p>
          <a:p>
            <a:pPr marL="342900" indent="-342900">
              <a:lnSpc>
                <a:spcPct val="150000"/>
              </a:lnSpc>
              <a:spcAft>
                <a:spcPts val="2000"/>
              </a:spcAft>
              <a:buFont typeface="Arial" panose="020B0604020202020204" pitchFamily="34" charset="0"/>
              <a:buChar char="•"/>
            </a:pPr>
            <a:endParaRPr lang="en-US" altLang="zh-CN" sz="2000" dirty="0">
              <a:solidFill>
                <a:schemeClr val="accent1">
                  <a:lumMod val="50000"/>
                </a:schemeClr>
              </a:solidFill>
            </a:endParaRPr>
          </a:p>
          <a:p>
            <a:pPr marL="342900" indent="-342900">
              <a:lnSpc>
                <a:spcPct val="150000"/>
              </a:lnSpc>
              <a:spcAft>
                <a:spcPts val="2000"/>
              </a:spcAft>
              <a:buFont typeface="Arial" panose="020B0604020202020204" pitchFamily="34" charset="0"/>
              <a:buChar char="•"/>
            </a:pPr>
            <a:r>
              <a:rPr lang="en-US" altLang="zh-CN" sz="2000" dirty="0">
                <a:solidFill>
                  <a:schemeClr val="accent1">
                    <a:lumMod val="50000"/>
                  </a:schemeClr>
                </a:solidFill>
              </a:rPr>
              <a:t>STM32</a:t>
            </a:r>
            <a:r>
              <a:rPr lang="zh-CN" altLang="en-US" sz="2000" dirty="0">
                <a:solidFill>
                  <a:schemeClr val="accent1">
                    <a:lumMod val="50000"/>
                  </a:schemeClr>
                </a:solidFill>
              </a:rPr>
              <a:t>单片机需要实时发送两路 </a:t>
            </a:r>
            <a:r>
              <a:rPr lang="en-US" altLang="zh-CN" sz="2000" dirty="0">
                <a:solidFill>
                  <a:schemeClr val="accent1">
                    <a:lumMod val="50000"/>
                  </a:schemeClr>
                </a:solidFill>
              </a:rPr>
              <a:t>PWM</a:t>
            </a:r>
            <a:r>
              <a:rPr lang="zh-CN" altLang="en-US" sz="2000" dirty="0">
                <a:solidFill>
                  <a:schemeClr val="accent1">
                    <a:lumMod val="50000"/>
                  </a:schemeClr>
                </a:solidFill>
              </a:rPr>
              <a:t>（脉冲宽度调制）信号控制</a:t>
            </a:r>
            <a:r>
              <a:rPr lang="zh-CN" altLang="en-US" sz="2000" dirty="0">
                <a:solidFill>
                  <a:srgbClr val="FF0000"/>
                </a:solidFill>
              </a:rPr>
              <a:t>两个舵机运动</a:t>
            </a:r>
            <a:r>
              <a:rPr lang="zh-CN" altLang="en-US" sz="2000" dirty="0">
                <a:solidFill>
                  <a:schemeClr val="accent1">
                    <a:lumMod val="50000"/>
                  </a:schemeClr>
                </a:solidFill>
              </a:rPr>
              <a:t>，需要</a:t>
            </a:r>
            <a:r>
              <a:rPr lang="zh-CN" altLang="en-US" sz="2000" dirty="0">
                <a:solidFill>
                  <a:srgbClr val="FF0000"/>
                </a:solidFill>
              </a:rPr>
              <a:t>接收红外测距传感器</a:t>
            </a:r>
            <a:r>
              <a:rPr lang="zh-CN" altLang="en-US" sz="2000" dirty="0">
                <a:solidFill>
                  <a:schemeClr val="accent1">
                    <a:lumMod val="50000"/>
                  </a:schemeClr>
                </a:solidFill>
              </a:rPr>
              <a:t>信号进行</a:t>
            </a:r>
            <a:r>
              <a:rPr lang="zh-CN" altLang="en-US" sz="2000" dirty="0">
                <a:solidFill>
                  <a:srgbClr val="FF0000"/>
                </a:solidFill>
              </a:rPr>
              <a:t>避障</a:t>
            </a:r>
            <a:r>
              <a:rPr lang="zh-CN" altLang="en-US" sz="2000" dirty="0">
                <a:solidFill>
                  <a:schemeClr val="accent1">
                    <a:lumMod val="50000"/>
                  </a:schemeClr>
                </a:solidFill>
              </a:rPr>
              <a:t>操作处理，需要实时进行数据的</a:t>
            </a:r>
            <a:r>
              <a:rPr lang="zh-CN" altLang="en-US" sz="2000" dirty="0">
                <a:solidFill>
                  <a:srgbClr val="FF0000"/>
                </a:solidFill>
              </a:rPr>
              <a:t>无线通信交互</a:t>
            </a:r>
            <a:endParaRPr lang="en-US" altLang="zh-CN" sz="2400" kern="100" dirty="0">
              <a:solidFill>
                <a:srgbClr val="FF0000"/>
              </a:solidFill>
              <a:ea typeface="黑体" panose="02010609060101010101" charset="-122"/>
              <a:cs typeface="Times New Roman" panose="02020603050405020304" pitchFamily="18" charset="0"/>
            </a:endParaRPr>
          </a:p>
        </p:txBody>
      </p:sp>
      <p:sp>
        <p:nvSpPr>
          <p:cNvPr id="9" name="矩形 8"/>
          <p:cNvSpPr/>
          <p:nvPr/>
        </p:nvSpPr>
        <p:spPr>
          <a:xfrm>
            <a:off x="288429" y="224035"/>
            <a:ext cx="2664296" cy="792088"/>
          </a:xfrm>
          <a:prstGeom prst="rect">
            <a:avLst/>
          </a:prstGeom>
          <a:solidFill>
            <a:srgbClr val="0058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solidFill>
                  <a:schemeClr val="bg1"/>
                </a:solidFill>
                <a:latin typeface="微软雅黑" panose="020B0503020204020204" pitchFamily="34" charset="-122"/>
                <a:ea typeface="微软雅黑" panose="020B0503020204020204" pitchFamily="34" charset="-122"/>
              </a:rPr>
              <a:t>设计方案：</a:t>
            </a:r>
            <a:endParaRPr lang="zh-CN" altLang="en-US" sz="3200" dirty="0">
              <a:solidFill>
                <a:schemeClr val="bg1"/>
              </a:solidFill>
              <a:latin typeface="微软雅黑" panose="020B0503020204020204" pitchFamily="34" charset="-122"/>
              <a:ea typeface="微软雅黑" panose="020B0503020204020204" pitchFamily="34" charset="-122"/>
            </a:endParaRPr>
          </a:p>
        </p:txBody>
      </p:sp>
      <p:sp>
        <p:nvSpPr>
          <p:cNvPr id="3" name="矩形 2"/>
          <p:cNvSpPr/>
          <p:nvPr/>
        </p:nvSpPr>
        <p:spPr>
          <a:xfrm>
            <a:off x="1623613" y="1131689"/>
            <a:ext cx="1617143" cy="67607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dirty="0">
                <a:solidFill>
                  <a:schemeClr val="accent1">
                    <a:lumMod val="50000"/>
                  </a:schemeClr>
                </a:solidFill>
              </a:rPr>
              <a:t>蓝牙上位机交互</a:t>
            </a:r>
            <a:endParaRPr lang="zh-CN" altLang="en-US" dirty="0">
              <a:solidFill>
                <a:schemeClr val="accent1">
                  <a:lumMod val="50000"/>
                </a:schemeClr>
              </a:solidFill>
            </a:endParaRPr>
          </a:p>
        </p:txBody>
      </p:sp>
      <p:cxnSp>
        <p:nvCxnSpPr>
          <p:cNvPr id="5" name="直接箭头连接符 4"/>
          <p:cNvCxnSpPr>
            <a:endCxn id="3" idx="2"/>
          </p:cNvCxnSpPr>
          <p:nvPr/>
        </p:nvCxnSpPr>
        <p:spPr>
          <a:xfrm flipV="1">
            <a:off x="2432185" y="1807764"/>
            <a:ext cx="0" cy="8524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944613" y="2303983"/>
            <a:ext cx="1184760" cy="256480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a:solidFill>
                  <a:schemeClr val="accent1">
                    <a:lumMod val="50000"/>
                  </a:schemeClr>
                </a:solidFill>
              </a:rPr>
              <a:t>STM32</a:t>
            </a:r>
            <a:endParaRPr lang="zh-CN" altLang="en-US" dirty="0">
              <a:solidFill>
                <a:schemeClr val="accent1">
                  <a:lumMod val="50000"/>
                </a:schemeClr>
              </a:solidFill>
            </a:endParaRPr>
          </a:p>
        </p:txBody>
      </p:sp>
      <p:cxnSp>
        <p:nvCxnSpPr>
          <p:cNvPr id="15" name="直接箭头连接符 14"/>
          <p:cNvCxnSpPr/>
          <p:nvPr/>
        </p:nvCxnSpPr>
        <p:spPr>
          <a:xfrm>
            <a:off x="3129373" y="2880047"/>
            <a:ext cx="2880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1656570" y="2880047"/>
            <a:ext cx="2880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1656570" y="3816151"/>
            <a:ext cx="2880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52042" y="2319655"/>
            <a:ext cx="1071572" cy="113054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dirty="0">
                <a:solidFill>
                  <a:schemeClr val="accent1">
                    <a:lumMod val="50000"/>
                  </a:schemeClr>
                </a:solidFill>
              </a:rPr>
              <a:t>红外避障数据采集</a:t>
            </a:r>
            <a:endParaRPr lang="zh-CN" altLang="en-US" dirty="0">
              <a:solidFill>
                <a:schemeClr val="accent1">
                  <a:lumMod val="50000"/>
                </a:schemeClr>
              </a:solidFill>
            </a:endParaRPr>
          </a:p>
        </p:txBody>
      </p:sp>
      <p:sp>
        <p:nvSpPr>
          <p:cNvPr id="20" name="矩形 19"/>
          <p:cNvSpPr/>
          <p:nvPr/>
        </p:nvSpPr>
        <p:spPr>
          <a:xfrm>
            <a:off x="570378" y="3607516"/>
            <a:ext cx="1071572" cy="63388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dirty="0">
                <a:solidFill>
                  <a:schemeClr val="accent1">
                    <a:lumMod val="50000"/>
                  </a:schemeClr>
                </a:solidFill>
              </a:rPr>
              <a:t>供电模块</a:t>
            </a:r>
            <a:endParaRPr lang="zh-CN" altLang="en-US" dirty="0">
              <a:solidFill>
                <a:schemeClr val="accent1">
                  <a:lumMod val="50000"/>
                </a:schemeClr>
              </a:solidFill>
            </a:endParaRPr>
          </a:p>
        </p:txBody>
      </p:sp>
      <p:sp>
        <p:nvSpPr>
          <p:cNvPr id="21" name="矩形 20"/>
          <p:cNvSpPr/>
          <p:nvPr/>
        </p:nvSpPr>
        <p:spPr>
          <a:xfrm>
            <a:off x="3361149" y="2518794"/>
            <a:ext cx="1656184" cy="93140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dirty="0">
                <a:solidFill>
                  <a:schemeClr val="accent1">
                    <a:lumMod val="50000"/>
                  </a:schemeClr>
                </a:solidFill>
              </a:rPr>
              <a:t>舵机运动控制</a:t>
            </a:r>
            <a:endParaRPr lang="zh-CN" altLang="en-US" dirty="0">
              <a:solidFill>
                <a:schemeClr val="accent1">
                  <a:lumMod val="50000"/>
                </a:schemeClr>
              </a:solidFill>
            </a:endParaRPr>
          </a:p>
        </p:txBody>
      </p:sp>
      <p:sp>
        <p:nvSpPr>
          <p:cNvPr id="29" name="文本框 28"/>
          <p:cNvSpPr txBox="1"/>
          <p:nvPr/>
        </p:nvSpPr>
        <p:spPr>
          <a:xfrm>
            <a:off x="1738045" y="5293962"/>
            <a:ext cx="3070697" cy="446276"/>
          </a:xfrm>
          <a:prstGeom prst="rect">
            <a:avLst/>
          </a:prstGeom>
          <a:noFill/>
        </p:spPr>
        <p:txBody>
          <a:bodyPr wrap="square" rtlCol="0">
            <a:spAutoFit/>
          </a:bodyPr>
          <a:lstStyle/>
          <a:p>
            <a:r>
              <a:rPr lang="zh-CN" altLang="en-US" dirty="0">
                <a:solidFill>
                  <a:schemeClr val="accent1">
                    <a:lumMod val="50000"/>
                  </a:schemeClr>
                </a:solidFill>
              </a:rPr>
              <a:t>总体框架图</a:t>
            </a:r>
            <a:endParaRPr lang="zh-CN" altLang="en-US" dirty="0">
              <a:solidFill>
                <a:schemeClr val="accent1">
                  <a:lumMod val="50000"/>
                </a:schemeClr>
              </a:solidFill>
            </a:endParaRPr>
          </a:p>
        </p:txBody>
      </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84773" y="0"/>
            <a:ext cx="7992888" cy="931409"/>
          </a:xfrm>
          <a:prstGeom prst="rect">
            <a:avLst/>
          </a:prstGeom>
        </p:spPr>
        <p:txBody>
          <a:bodyPr wrap="square">
            <a:spAutoFit/>
          </a:bodyPr>
          <a:lstStyle/>
          <a:p>
            <a:pPr>
              <a:lnSpc>
                <a:spcPct val="200000"/>
              </a:lnSpc>
            </a:pPr>
            <a:r>
              <a:rPr lang="zh-CN" altLang="en-US" sz="3200" kern="100" dirty="0">
                <a:solidFill>
                  <a:srgbClr val="00182A"/>
                </a:solidFill>
                <a:ea typeface="黑体" panose="02010609060101010101" charset="-122"/>
                <a:cs typeface="Times New Roman" panose="02020603050405020304" pitchFamily="18" charset="0"/>
                <a:sym typeface="+mn-ea"/>
              </a:rPr>
              <a:t>二</a:t>
            </a:r>
            <a:r>
              <a:rPr lang="en-US" altLang="zh-CN" sz="3200" kern="100" dirty="0">
                <a:solidFill>
                  <a:srgbClr val="00182A"/>
                </a:solidFill>
                <a:ea typeface="黑体" panose="02010609060101010101" charset="-122"/>
                <a:cs typeface="Times New Roman" panose="02020603050405020304" pitchFamily="18" charset="0"/>
                <a:sym typeface="+mn-ea"/>
              </a:rPr>
              <a:t>.</a:t>
            </a:r>
            <a:r>
              <a:rPr lang="zh-CN" altLang="en-US" sz="3200" kern="100" dirty="0">
                <a:solidFill>
                  <a:srgbClr val="00182A"/>
                </a:solidFill>
                <a:ea typeface="黑体" panose="02010609060101010101" charset="-122"/>
                <a:cs typeface="Times New Roman" panose="02020603050405020304" pitchFamily="18" charset="0"/>
                <a:sym typeface="+mn-ea"/>
              </a:rPr>
              <a:t>控制电路系统</a:t>
            </a:r>
            <a:r>
              <a:rPr lang="zh-CN" altLang="zh-CN" sz="3200" kern="100" dirty="0">
                <a:solidFill>
                  <a:srgbClr val="00182A"/>
                </a:solidFill>
                <a:ea typeface="黑体" panose="02010609060101010101" charset="-122"/>
                <a:cs typeface="Times New Roman" panose="02020603050405020304" pitchFamily="18" charset="0"/>
                <a:sym typeface="+mn-ea"/>
              </a:rPr>
              <a:t>设计</a:t>
            </a:r>
            <a:r>
              <a:rPr lang="zh-CN" altLang="en-US" sz="3200" kern="100" dirty="0">
                <a:solidFill>
                  <a:srgbClr val="00182A"/>
                </a:solidFill>
                <a:ea typeface="黑体" panose="02010609060101010101" charset="-122"/>
                <a:cs typeface="Times New Roman" panose="02020603050405020304" pitchFamily="18" charset="0"/>
                <a:sym typeface="+mn-ea"/>
              </a:rPr>
              <a:t>思路</a:t>
            </a:r>
            <a:endParaRPr lang="en-US" altLang="zh-CN" sz="3200" kern="100" dirty="0">
              <a:solidFill>
                <a:srgbClr val="00182A"/>
              </a:solidFill>
              <a:ea typeface="黑体" panose="02010609060101010101" charset="-122"/>
              <a:cs typeface="Times New Roman" panose="02020603050405020304" pitchFamily="18" charset="0"/>
            </a:endParaRPr>
          </a:p>
        </p:txBody>
      </p:sp>
      <p:sp>
        <p:nvSpPr>
          <p:cNvPr id="9" name="矩形 8"/>
          <p:cNvSpPr/>
          <p:nvPr/>
        </p:nvSpPr>
        <p:spPr>
          <a:xfrm>
            <a:off x="288429" y="224035"/>
            <a:ext cx="2664296" cy="792088"/>
          </a:xfrm>
          <a:prstGeom prst="rect">
            <a:avLst/>
          </a:prstGeom>
          <a:solidFill>
            <a:srgbClr val="0058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solidFill>
                  <a:schemeClr val="bg1"/>
                </a:solidFill>
                <a:latin typeface="微软雅黑" panose="020B0503020204020204" pitchFamily="34" charset="-122"/>
                <a:ea typeface="微软雅黑" panose="020B0503020204020204" pitchFamily="34" charset="-122"/>
              </a:rPr>
              <a:t>设计方案：</a:t>
            </a:r>
            <a:endParaRPr lang="zh-CN" altLang="en-US" sz="3200" dirty="0">
              <a:solidFill>
                <a:schemeClr val="bg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576461" y="1007007"/>
            <a:ext cx="10441160" cy="5047536"/>
          </a:xfrm>
          <a:prstGeom prst="rect">
            <a:avLst/>
          </a:prstGeom>
          <a:noFill/>
        </p:spPr>
        <p:txBody>
          <a:bodyPr wrap="square" rtlCol="0">
            <a:spAutoFit/>
          </a:bodyPr>
          <a:lstStyle/>
          <a:p>
            <a:r>
              <a:rPr lang="zh-CN" altLang="en-US" dirty="0">
                <a:solidFill>
                  <a:schemeClr val="accent1"/>
                </a:solidFill>
              </a:rPr>
              <a:t>（</a:t>
            </a:r>
            <a:r>
              <a:rPr lang="en-US" altLang="zh-CN" dirty="0">
                <a:solidFill>
                  <a:schemeClr val="accent1"/>
                </a:solidFill>
              </a:rPr>
              <a:t>1</a:t>
            </a:r>
            <a:r>
              <a:rPr lang="zh-CN" altLang="en-US" dirty="0">
                <a:solidFill>
                  <a:schemeClr val="accent1"/>
                </a:solidFill>
              </a:rPr>
              <a:t>）主控制器：主要可以实现读取并处理传感器的数据、控制舵机实现各种运动、根据传感器数据或接收到的无线控制指令进行分析并自主或手动采取不同的运动策略的功能。 </a:t>
            </a:r>
            <a:endParaRPr lang="en-US" altLang="zh-CN" dirty="0">
              <a:solidFill>
                <a:schemeClr val="accent1"/>
              </a:solidFill>
            </a:endParaRPr>
          </a:p>
          <a:p>
            <a:r>
              <a:rPr lang="zh-CN" altLang="en-US" dirty="0">
                <a:solidFill>
                  <a:schemeClr val="accent1"/>
                </a:solidFill>
              </a:rPr>
              <a:t>（</a:t>
            </a:r>
            <a:r>
              <a:rPr lang="en-US" altLang="zh-CN" dirty="0">
                <a:solidFill>
                  <a:schemeClr val="accent1"/>
                </a:solidFill>
              </a:rPr>
              <a:t>2</a:t>
            </a:r>
            <a:r>
              <a:rPr lang="zh-CN" altLang="en-US" dirty="0">
                <a:solidFill>
                  <a:schemeClr val="accent1"/>
                </a:solidFill>
              </a:rPr>
              <a:t>）无线通信模块：选择蓝牙串口通讯与 </a:t>
            </a:r>
            <a:r>
              <a:rPr lang="en-US" altLang="zh-CN" dirty="0">
                <a:solidFill>
                  <a:schemeClr val="accent1"/>
                </a:solidFill>
              </a:rPr>
              <a:t>PC </a:t>
            </a:r>
            <a:r>
              <a:rPr lang="zh-CN" altLang="en-US" dirty="0">
                <a:solidFill>
                  <a:schemeClr val="accent1"/>
                </a:solidFill>
              </a:rPr>
              <a:t>端或手机端的串口调试助手软件进行通讯，主要负责机器鱼和上位机之间的数据交互，并可以通过上位机软件发送各种指 令实现对机器鱼的运动控制。</a:t>
            </a:r>
            <a:endParaRPr lang="en-US" altLang="zh-CN" dirty="0">
              <a:solidFill>
                <a:schemeClr val="accent1"/>
              </a:solidFill>
            </a:endParaRPr>
          </a:p>
          <a:p>
            <a:r>
              <a:rPr lang="zh-CN" altLang="en-US" dirty="0">
                <a:solidFill>
                  <a:schemeClr val="accent1"/>
                </a:solidFill>
              </a:rPr>
              <a:t>（</a:t>
            </a:r>
            <a:r>
              <a:rPr lang="en-US" altLang="zh-CN" dirty="0">
                <a:solidFill>
                  <a:schemeClr val="accent1"/>
                </a:solidFill>
              </a:rPr>
              <a:t>3</a:t>
            </a:r>
            <a:r>
              <a:rPr lang="zh-CN" altLang="en-US" dirty="0">
                <a:solidFill>
                  <a:schemeClr val="accent1"/>
                </a:solidFill>
              </a:rPr>
              <a:t>）供电模块：根据舵机和单片机选型采用两套供电方案，分别用充满状态下 </a:t>
            </a:r>
            <a:r>
              <a:rPr lang="en-US" altLang="zh-CN" dirty="0">
                <a:solidFill>
                  <a:schemeClr val="accent1"/>
                </a:solidFill>
              </a:rPr>
              <a:t>8.4 V </a:t>
            </a:r>
            <a:r>
              <a:rPr lang="zh-CN" altLang="en-US" dirty="0">
                <a:solidFill>
                  <a:schemeClr val="accent1"/>
                </a:solidFill>
              </a:rPr>
              <a:t>的 </a:t>
            </a:r>
            <a:r>
              <a:rPr lang="en-US" altLang="zh-CN" dirty="0">
                <a:solidFill>
                  <a:schemeClr val="accent1"/>
                </a:solidFill>
              </a:rPr>
              <a:t>2S </a:t>
            </a:r>
            <a:r>
              <a:rPr lang="zh-CN" altLang="en-US" dirty="0">
                <a:solidFill>
                  <a:schemeClr val="accent1"/>
                </a:solidFill>
              </a:rPr>
              <a:t>锂电池对两个舵机供电，以及用 </a:t>
            </a:r>
            <a:r>
              <a:rPr lang="en-US" altLang="zh-CN" dirty="0">
                <a:solidFill>
                  <a:schemeClr val="accent1"/>
                </a:solidFill>
              </a:rPr>
              <a:t>2 </a:t>
            </a:r>
            <a:r>
              <a:rPr lang="zh-CN" altLang="en-US" dirty="0">
                <a:solidFill>
                  <a:schemeClr val="accent1"/>
                </a:solidFill>
              </a:rPr>
              <a:t>节 </a:t>
            </a:r>
            <a:r>
              <a:rPr lang="en-US" altLang="zh-CN" dirty="0">
                <a:solidFill>
                  <a:schemeClr val="accent1"/>
                </a:solidFill>
              </a:rPr>
              <a:t>7 </a:t>
            </a:r>
            <a:r>
              <a:rPr lang="zh-CN" altLang="en-US" dirty="0">
                <a:solidFill>
                  <a:schemeClr val="accent1"/>
                </a:solidFill>
              </a:rPr>
              <a:t>号电池串联对 </a:t>
            </a:r>
            <a:r>
              <a:rPr lang="en-US" altLang="zh-CN" dirty="0">
                <a:solidFill>
                  <a:schemeClr val="accent1"/>
                </a:solidFill>
              </a:rPr>
              <a:t>3.3 V </a:t>
            </a:r>
            <a:r>
              <a:rPr lang="zh-CN" altLang="en-US" dirty="0">
                <a:solidFill>
                  <a:schemeClr val="accent1"/>
                </a:solidFill>
              </a:rPr>
              <a:t>的 </a:t>
            </a:r>
            <a:r>
              <a:rPr lang="en-US" altLang="zh-CN" dirty="0">
                <a:solidFill>
                  <a:schemeClr val="accent1"/>
                </a:solidFill>
              </a:rPr>
              <a:t>STM32 </a:t>
            </a:r>
            <a:r>
              <a:rPr lang="zh-CN" altLang="en-US" dirty="0">
                <a:solidFill>
                  <a:schemeClr val="accent1"/>
                </a:solidFill>
              </a:rPr>
              <a:t>单片机供电。 </a:t>
            </a:r>
            <a:endParaRPr lang="en-US" altLang="zh-CN" dirty="0">
              <a:solidFill>
                <a:schemeClr val="accent1"/>
              </a:solidFill>
            </a:endParaRPr>
          </a:p>
          <a:p>
            <a:r>
              <a:rPr lang="zh-CN" altLang="en-US" dirty="0">
                <a:solidFill>
                  <a:schemeClr val="accent1"/>
                </a:solidFill>
              </a:rPr>
              <a:t>（</a:t>
            </a:r>
            <a:r>
              <a:rPr lang="en-US" altLang="zh-CN" dirty="0">
                <a:solidFill>
                  <a:schemeClr val="accent1"/>
                </a:solidFill>
              </a:rPr>
              <a:t>4</a:t>
            </a:r>
            <a:r>
              <a:rPr lang="zh-CN" altLang="en-US" dirty="0">
                <a:solidFill>
                  <a:schemeClr val="accent1"/>
                </a:solidFill>
              </a:rPr>
              <a:t>）传感器模块：相当于机器鱼的“感知器官”。采用 </a:t>
            </a:r>
            <a:r>
              <a:rPr lang="en-US" altLang="zh-CN" dirty="0">
                <a:solidFill>
                  <a:schemeClr val="accent1"/>
                </a:solidFill>
              </a:rPr>
              <a:t>3 </a:t>
            </a:r>
            <a:r>
              <a:rPr lang="zh-CN" altLang="en-US" dirty="0">
                <a:solidFill>
                  <a:schemeClr val="accent1"/>
                </a:solidFill>
              </a:rPr>
              <a:t>个红外避障的光电传感器。可以实现实时检测当前周围环境状况并采取不同的策略。</a:t>
            </a:r>
            <a:endParaRPr lang="en-US" altLang="zh-CN" dirty="0">
              <a:solidFill>
                <a:schemeClr val="accent1"/>
              </a:solidFill>
            </a:endParaRPr>
          </a:p>
          <a:p>
            <a:r>
              <a:rPr lang="zh-CN" altLang="en-US" dirty="0">
                <a:solidFill>
                  <a:schemeClr val="accent1"/>
                </a:solidFill>
              </a:rPr>
              <a:t> （</a:t>
            </a:r>
            <a:r>
              <a:rPr lang="en-US" altLang="zh-CN" dirty="0">
                <a:solidFill>
                  <a:schemeClr val="accent1"/>
                </a:solidFill>
              </a:rPr>
              <a:t>5</a:t>
            </a:r>
            <a:r>
              <a:rPr lang="zh-CN" altLang="en-US" dirty="0">
                <a:solidFill>
                  <a:schemeClr val="accent1"/>
                </a:solidFill>
              </a:rPr>
              <a:t>）舵机模块：相当于机器鱼的“运动器官”，实现机器鱼的游动。用</a:t>
            </a:r>
            <a:r>
              <a:rPr lang="en-US" altLang="zh-CN" dirty="0">
                <a:solidFill>
                  <a:schemeClr val="accent1"/>
                </a:solidFill>
              </a:rPr>
              <a:t>STM32 </a:t>
            </a:r>
            <a:r>
              <a:rPr lang="zh-CN" altLang="en-US" dirty="0">
                <a:solidFill>
                  <a:schemeClr val="accent1"/>
                </a:solidFill>
              </a:rPr>
              <a:t>单片机产生不同脉冲的 </a:t>
            </a:r>
            <a:r>
              <a:rPr lang="en-US" altLang="zh-CN" dirty="0">
                <a:solidFill>
                  <a:schemeClr val="accent1"/>
                </a:solidFill>
              </a:rPr>
              <a:t>PWM </a:t>
            </a:r>
            <a:r>
              <a:rPr lang="zh-CN" altLang="en-US" dirty="0">
                <a:solidFill>
                  <a:schemeClr val="accent1"/>
                </a:solidFill>
              </a:rPr>
              <a:t>信号实现舵机指定角度的偏转，从而带动尾鳍摆动，经过相应的 游动算法实现机器鱼的前进、偏转等运动模式。</a:t>
            </a:r>
            <a:endParaRPr lang="zh-CN" altLang="en-US" dirty="0">
              <a:solidFill>
                <a:schemeClr val="accent1"/>
              </a:solidFill>
            </a:endParaRPr>
          </a:p>
        </p:txBody>
      </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723247" y="85000"/>
            <a:ext cx="7799070" cy="931409"/>
          </a:xfrm>
          <a:prstGeom prst="rect">
            <a:avLst/>
          </a:prstGeom>
        </p:spPr>
        <p:txBody>
          <a:bodyPr wrap="square">
            <a:spAutoFit/>
          </a:bodyPr>
          <a:lstStyle/>
          <a:p>
            <a:pPr marL="514350" indent="-514350">
              <a:lnSpc>
                <a:spcPct val="200000"/>
              </a:lnSpc>
              <a:buFont typeface="+mj-lt"/>
              <a:buAutoNum type="arabicPeriod" startAt="3"/>
            </a:pPr>
            <a:r>
              <a:rPr lang="zh-CN" altLang="en-US" sz="3200" kern="100" dirty="0">
                <a:solidFill>
                  <a:srgbClr val="00182A"/>
                </a:solidFill>
                <a:ea typeface="黑体" panose="02010609060101010101" charset="-122"/>
                <a:cs typeface="Times New Roman" panose="02020603050405020304" pitchFamily="18" charset="0"/>
                <a:sym typeface="+mn-ea"/>
              </a:rPr>
              <a:t>控制系统软件考虑思路</a:t>
            </a:r>
            <a:endParaRPr lang="en-US" altLang="zh-CN" sz="3200" kern="100" dirty="0">
              <a:solidFill>
                <a:srgbClr val="00182A"/>
              </a:solidFill>
              <a:ea typeface="黑体" panose="02010609060101010101" charset="-122"/>
              <a:cs typeface="Times New Roman" panose="02020603050405020304" pitchFamily="18" charset="0"/>
            </a:endParaRPr>
          </a:p>
        </p:txBody>
      </p:sp>
      <p:sp>
        <p:nvSpPr>
          <p:cNvPr id="13" name="矩形 12"/>
          <p:cNvSpPr/>
          <p:nvPr/>
        </p:nvSpPr>
        <p:spPr>
          <a:xfrm>
            <a:off x="1296541" y="1511895"/>
            <a:ext cx="9217664" cy="2734723"/>
          </a:xfrm>
          <a:prstGeom prst="rect">
            <a:avLst/>
          </a:prstGeom>
        </p:spPr>
        <p:txBody>
          <a:bodyPr wrap="square">
            <a:spAutoFit/>
          </a:bodyPr>
          <a:lstStyle/>
          <a:p>
            <a:pPr marL="457200" indent="-457200">
              <a:lnSpc>
                <a:spcPct val="150000"/>
              </a:lnSpc>
              <a:spcAft>
                <a:spcPts val="2000"/>
              </a:spcAft>
              <a:buFont typeface="Wingdings" panose="05000000000000000000" pitchFamily="2" charset="2"/>
              <a:buChar char="u"/>
            </a:pPr>
            <a:r>
              <a:rPr lang="zh-CN" altLang="en-US" sz="2400" kern="100" dirty="0">
                <a:solidFill>
                  <a:srgbClr val="00182A"/>
                </a:solidFill>
                <a:ea typeface="黑体" panose="02010609060101010101" charset="-122"/>
                <a:cs typeface="Times New Roman" panose="02020603050405020304" pitchFamily="18" charset="0"/>
              </a:rPr>
              <a:t>系统软件设计和调试基于 </a:t>
            </a:r>
            <a:r>
              <a:rPr lang="en-US" altLang="zh-CN" sz="2400" kern="100" dirty="0">
                <a:solidFill>
                  <a:srgbClr val="00182A"/>
                </a:solidFill>
                <a:ea typeface="黑体" panose="02010609060101010101" charset="-122"/>
                <a:cs typeface="Times New Roman" panose="02020603050405020304" pitchFamily="18" charset="0"/>
              </a:rPr>
              <a:t>KEIL5 MDK </a:t>
            </a:r>
            <a:r>
              <a:rPr lang="zh-CN" altLang="en-US" sz="2400" kern="100" dirty="0">
                <a:solidFill>
                  <a:srgbClr val="00182A"/>
                </a:solidFill>
                <a:ea typeface="黑体" panose="02010609060101010101" charset="-122"/>
                <a:cs typeface="Times New Roman" panose="02020603050405020304" pitchFamily="18" charset="0"/>
              </a:rPr>
              <a:t>和 </a:t>
            </a:r>
            <a:r>
              <a:rPr lang="en-US" altLang="zh-CN" sz="2400" kern="100" dirty="0">
                <a:solidFill>
                  <a:srgbClr val="00182A"/>
                </a:solidFill>
                <a:ea typeface="黑体" panose="02010609060101010101" charset="-122"/>
                <a:cs typeface="Times New Roman" panose="02020603050405020304" pitchFamily="18" charset="0"/>
              </a:rPr>
              <a:t>STM32CubeMX </a:t>
            </a:r>
            <a:r>
              <a:rPr lang="zh-CN" altLang="en-US" sz="2400" kern="100" dirty="0">
                <a:solidFill>
                  <a:srgbClr val="00182A"/>
                </a:solidFill>
                <a:ea typeface="黑体" panose="02010609060101010101" charset="-122"/>
                <a:cs typeface="Times New Roman" panose="02020603050405020304" pitchFamily="18" charset="0"/>
              </a:rPr>
              <a:t>软件</a:t>
            </a:r>
            <a:endParaRPr lang="en-US" altLang="zh-CN" sz="2400" kern="100" dirty="0">
              <a:solidFill>
                <a:srgbClr val="00182A"/>
              </a:solidFill>
              <a:ea typeface="黑体" panose="02010609060101010101" charset="-122"/>
              <a:cs typeface="Times New Roman" panose="02020603050405020304" pitchFamily="18" charset="0"/>
            </a:endParaRPr>
          </a:p>
          <a:p>
            <a:pPr marL="457200" indent="-457200">
              <a:lnSpc>
                <a:spcPct val="150000"/>
              </a:lnSpc>
              <a:spcAft>
                <a:spcPts val="2000"/>
              </a:spcAft>
              <a:buFont typeface="Wingdings" panose="05000000000000000000" pitchFamily="2" charset="2"/>
              <a:buChar char="u"/>
            </a:pPr>
            <a:r>
              <a:rPr lang="zh-CN" altLang="en-US" sz="2400" dirty="0">
                <a:solidFill>
                  <a:schemeClr val="accent1">
                    <a:lumMod val="50000"/>
                  </a:schemeClr>
                </a:solidFill>
                <a:latin typeface="黑体" panose="02010609060101010101" charset="-122"/>
                <a:ea typeface="黑体" panose="02010609060101010101" charset="-122"/>
              </a:rPr>
              <a:t>利用 </a:t>
            </a:r>
            <a:r>
              <a:rPr lang="en-US" altLang="zh-CN" sz="2400" dirty="0">
                <a:solidFill>
                  <a:schemeClr val="accent1">
                    <a:lumMod val="50000"/>
                  </a:schemeClr>
                </a:solidFill>
                <a:latin typeface="黑体" panose="02010609060101010101" charset="-122"/>
                <a:ea typeface="黑体" panose="02010609060101010101" charset="-122"/>
              </a:rPr>
              <a:t>STM32CubeMX </a:t>
            </a:r>
            <a:r>
              <a:rPr lang="zh-CN" altLang="en-US" sz="2400" dirty="0">
                <a:solidFill>
                  <a:schemeClr val="accent1">
                    <a:lumMod val="50000"/>
                  </a:schemeClr>
                </a:solidFill>
                <a:latin typeface="黑体" panose="02010609060101010101" charset="-122"/>
                <a:ea typeface="黑体" panose="02010609060101010101" charset="-122"/>
              </a:rPr>
              <a:t>芯片图形化配置工具生成我们所使用到的外设初始化代码</a:t>
            </a:r>
            <a:endParaRPr lang="en-US" altLang="zh-CN" sz="2400" dirty="0">
              <a:solidFill>
                <a:schemeClr val="accent1">
                  <a:lumMod val="50000"/>
                </a:schemeClr>
              </a:solidFill>
              <a:latin typeface="黑体" panose="02010609060101010101" charset="-122"/>
              <a:ea typeface="黑体" panose="02010609060101010101" charset="-122"/>
            </a:endParaRPr>
          </a:p>
          <a:p>
            <a:pPr marL="457200" indent="-457200">
              <a:lnSpc>
                <a:spcPct val="150000"/>
              </a:lnSpc>
              <a:spcAft>
                <a:spcPts val="2000"/>
              </a:spcAft>
              <a:buFont typeface="Wingdings" panose="05000000000000000000" pitchFamily="2" charset="2"/>
              <a:buChar char="u"/>
            </a:pPr>
            <a:r>
              <a:rPr lang="zh-CN" altLang="en-US" sz="2400" dirty="0">
                <a:solidFill>
                  <a:schemeClr val="accent1">
                    <a:lumMod val="50000"/>
                  </a:schemeClr>
                </a:solidFill>
                <a:latin typeface="黑体" panose="02010609060101010101" charset="-122"/>
                <a:ea typeface="黑体" panose="02010609060101010101" charset="-122"/>
              </a:rPr>
              <a:t>再通过 </a:t>
            </a:r>
            <a:r>
              <a:rPr lang="en-US" altLang="zh-CN" sz="2400" dirty="0">
                <a:solidFill>
                  <a:schemeClr val="accent1">
                    <a:lumMod val="50000"/>
                  </a:schemeClr>
                </a:solidFill>
                <a:latin typeface="黑体" panose="02010609060101010101" charset="-122"/>
                <a:ea typeface="黑体" panose="02010609060101010101" charset="-122"/>
              </a:rPr>
              <a:t>KEIL5 MDK </a:t>
            </a:r>
            <a:r>
              <a:rPr lang="zh-CN" altLang="en-US" sz="2400" dirty="0">
                <a:solidFill>
                  <a:schemeClr val="accent1">
                    <a:lumMod val="50000"/>
                  </a:schemeClr>
                </a:solidFill>
                <a:latin typeface="黑体" panose="02010609060101010101" charset="-122"/>
                <a:ea typeface="黑体" panose="02010609060101010101" charset="-122"/>
              </a:rPr>
              <a:t>软件</a:t>
            </a:r>
            <a:r>
              <a:rPr lang="en-US" altLang="zh-CN" sz="2400" dirty="0">
                <a:solidFill>
                  <a:schemeClr val="accent1">
                    <a:lumMod val="50000"/>
                  </a:schemeClr>
                </a:solidFill>
                <a:latin typeface="黑体" panose="02010609060101010101" charset="-122"/>
                <a:ea typeface="黑体" panose="02010609060101010101" charset="-122"/>
              </a:rPr>
              <a:t>,</a:t>
            </a:r>
            <a:r>
              <a:rPr lang="zh-CN" altLang="en-US" sz="2400" dirty="0">
                <a:solidFill>
                  <a:schemeClr val="accent1">
                    <a:lumMod val="50000"/>
                  </a:schemeClr>
                </a:solidFill>
                <a:latin typeface="黑体" panose="02010609060101010101" charset="-122"/>
                <a:ea typeface="黑体" panose="02010609060101010101" charset="-122"/>
              </a:rPr>
              <a:t>利用 </a:t>
            </a:r>
            <a:r>
              <a:rPr lang="en-US" altLang="zh-CN" sz="2400" dirty="0">
                <a:solidFill>
                  <a:schemeClr val="accent1">
                    <a:lumMod val="50000"/>
                  </a:schemeClr>
                </a:solidFill>
                <a:latin typeface="黑体" panose="02010609060101010101" charset="-122"/>
                <a:ea typeface="黑体" panose="02010609060101010101" charset="-122"/>
              </a:rPr>
              <a:t>C </a:t>
            </a:r>
            <a:r>
              <a:rPr lang="zh-CN" altLang="en-US" sz="2400" dirty="0">
                <a:solidFill>
                  <a:schemeClr val="accent1">
                    <a:lumMod val="50000"/>
                  </a:schemeClr>
                </a:solidFill>
                <a:latin typeface="黑体" panose="02010609060101010101" charset="-122"/>
                <a:ea typeface="黑体" panose="02010609060101010101" charset="-122"/>
              </a:rPr>
              <a:t>语言编程完成软件设计和调试。</a:t>
            </a:r>
            <a:endParaRPr lang="en-US" altLang="zh-CN" sz="2400" kern="100" dirty="0">
              <a:solidFill>
                <a:schemeClr val="accent1">
                  <a:lumMod val="50000"/>
                </a:schemeClr>
              </a:solidFill>
              <a:latin typeface="黑体" panose="02010609060101010101" charset="-122"/>
              <a:ea typeface="黑体" panose="02010609060101010101" charset="-122"/>
              <a:cs typeface="Times New Roman" panose="02020603050405020304" pitchFamily="18" charset="0"/>
            </a:endParaRPr>
          </a:p>
        </p:txBody>
      </p:sp>
      <p:sp>
        <p:nvSpPr>
          <p:cNvPr id="40" name="矩形 39"/>
          <p:cNvSpPr/>
          <p:nvPr/>
        </p:nvSpPr>
        <p:spPr>
          <a:xfrm>
            <a:off x="288429" y="224035"/>
            <a:ext cx="2664296" cy="792088"/>
          </a:xfrm>
          <a:prstGeom prst="rect">
            <a:avLst/>
          </a:prstGeom>
          <a:solidFill>
            <a:srgbClr val="0058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solidFill>
                  <a:schemeClr val="bg1"/>
                </a:solidFill>
                <a:latin typeface="微软雅黑" panose="020B0503020204020204" pitchFamily="34" charset="-122"/>
                <a:ea typeface="微软雅黑" panose="020B0503020204020204" pitchFamily="34" charset="-122"/>
              </a:rPr>
              <a:t>设计方案：</a:t>
            </a:r>
            <a:endParaRPr lang="zh-CN" altLang="en-US" sz="32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0" y="18573"/>
            <a:ext cx="3816424" cy="1071836"/>
          </a:xfrm>
          <a:prstGeom prst="rect">
            <a:avLst/>
          </a:prstGeom>
          <a:solidFill>
            <a:srgbClr val="0058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solidFill>
                  <a:schemeClr val="bg1"/>
                </a:solidFill>
                <a:latin typeface="微软雅黑" panose="020B0503020204020204" pitchFamily="34" charset="-122"/>
                <a:ea typeface="微软雅黑" panose="020B0503020204020204" pitchFamily="34" charset="-122"/>
              </a:rPr>
              <a:t>主要工作总结</a:t>
            </a:r>
            <a:endParaRPr lang="zh-CN" altLang="en-US" sz="4000"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008509" y="554491"/>
            <a:ext cx="9721080" cy="5189177"/>
          </a:xfrm>
          <a:prstGeom prst="rect">
            <a:avLst/>
          </a:prstGeom>
          <a:noFill/>
        </p:spPr>
        <p:txBody>
          <a:bodyPr wrap="square" rtlCol="0">
            <a:spAutoFit/>
          </a:bodyPr>
          <a:lstStyle/>
          <a:p>
            <a:pPr>
              <a:lnSpc>
                <a:spcPct val="150000"/>
              </a:lnSpc>
            </a:pPr>
            <a:endParaRPr lang="en-US" altLang="zh-CN" sz="2800" dirty="0">
              <a:solidFill>
                <a:schemeClr val="accent1"/>
              </a:solidFill>
            </a:endParaRPr>
          </a:p>
          <a:p>
            <a:pPr marL="342900" indent="-342900">
              <a:lnSpc>
                <a:spcPct val="150000"/>
              </a:lnSpc>
              <a:buFont typeface="Wingdings" panose="05000000000000000000" pitchFamily="2" charset="2"/>
              <a:buChar char="l"/>
            </a:pPr>
            <a:r>
              <a:rPr lang="zh-CN" altLang="en-US" sz="2800" dirty="0">
                <a:solidFill>
                  <a:schemeClr val="accent1"/>
                </a:solidFill>
              </a:rPr>
              <a:t>设计了一种双关节机器鱼的</a:t>
            </a:r>
            <a:r>
              <a:rPr lang="zh-CN" altLang="en-US" sz="2800" dirty="0">
                <a:solidFill>
                  <a:srgbClr val="FF0000"/>
                </a:solidFill>
              </a:rPr>
              <a:t>机械结构及其外形</a:t>
            </a:r>
            <a:endParaRPr lang="en-US" altLang="zh-CN" sz="2800" dirty="0">
              <a:solidFill>
                <a:srgbClr val="FF0000"/>
              </a:solidFill>
            </a:endParaRPr>
          </a:p>
          <a:p>
            <a:pPr marL="342900" indent="-342900">
              <a:lnSpc>
                <a:spcPct val="150000"/>
              </a:lnSpc>
              <a:buFont typeface="Wingdings" panose="05000000000000000000" pitchFamily="2" charset="2"/>
              <a:buChar char="l"/>
            </a:pPr>
            <a:r>
              <a:rPr lang="zh-CN" altLang="en-US" sz="2800" dirty="0">
                <a:solidFill>
                  <a:schemeClr val="accent1"/>
                </a:solidFill>
              </a:rPr>
              <a:t>实现对仿生机器鱼的各种</a:t>
            </a:r>
            <a:r>
              <a:rPr lang="zh-CN" altLang="en-US" sz="2800" dirty="0">
                <a:solidFill>
                  <a:srgbClr val="FF0000"/>
                </a:solidFill>
              </a:rPr>
              <a:t>运动形式</a:t>
            </a:r>
            <a:r>
              <a:rPr lang="zh-CN" altLang="en-US" sz="2800" dirty="0">
                <a:solidFill>
                  <a:schemeClr val="accent1"/>
                </a:solidFill>
              </a:rPr>
              <a:t>进行了制定</a:t>
            </a:r>
            <a:endParaRPr lang="en-US" altLang="zh-CN" sz="2800" dirty="0">
              <a:solidFill>
                <a:schemeClr val="accent1"/>
              </a:solidFill>
            </a:endParaRPr>
          </a:p>
          <a:p>
            <a:pPr>
              <a:lnSpc>
                <a:spcPct val="150000"/>
              </a:lnSpc>
            </a:pPr>
            <a:r>
              <a:rPr lang="zh-CN" altLang="en-US" sz="2800" dirty="0">
                <a:solidFill>
                  <a:schemeClr val="accent1"/>
                </a:solidFill>
              </a:rPr>
              <a:t>考虑思路</a:t>
            </a:r>
            <a:endParaRPr lang="en-US" altLang="zh-CN" sz="2800" dirty="0">
              <a:solidFill>
                <a:schemeClr val="accent1"/>
              </a:solidFill>
            </a:endParaRPr>
          </a:p>
          <a:p>
            <a:pPr marL="342900" indent="-342900">
              <a:lnSpc>
                <a:spcPct val="150000"/>
              </a:lnSpc>
              <a:buFont typeface="Wingdings" panose="05000000000000000000" pitchFamily="2" charset="2"/>
              <a:buChar char="l"/>
            </a:pPr>
            <a:r>
              <a:rPr lang="zh-CN" altLang="en-US" sz="2800" dirty="0">
                <a:solidFill>
                  <a:schemeClr val="accent1"/>
                </a:solidFill>
              </a:rPr>
              <a:t>利用</a:t>
            </a:r>
            <a:r>
              <a:rPr lang="zh-CN" altLang="en-US" sz="2800" dirty="0">
                <a:solidFill>
                  <a:srgbClr val="FF0000"/>
                </a:solidFill>
              </a:rPr>
              <a:t>红外避障模块</a:t>
            </a:r>
            <a:r>
              <a:rPr lang="zh-CN" altLang="en-US" sz="2800" dirty="0">
                <a:solidFill>
                  <a:schemeClr val="accent1"/>
                </a:solidFill>
              </a:rPr>
              <a:t>，从而实现仿生机器鱼的避障</a:t>
            </a:r>
            <a:endParaRPr lang="en-US" altLang="zh-CN" sz="2800" dirty="0">
              <a:solidFill>
                <a:schemeClr val="accent1"/>
              </a:solidFill>
            </a:endParaRPr>
          </a:p>
          <a:p>
            <a:pPr marL="342900" indent="-342900">
              <a:lnSpc>
                <a:spcPct val="150000"/>
              </a:lnSpc>
              <a:buFont typeface="Wingdings" panose="05000000000000000000" pitchFamily="2" charset="2"/>
              <a:buChar char="l"/>
            </a:pPr>
            <a:r>
              <a:rPr lang="zh-CN" altLang="en-US" sz="2800" dirty="0">
                <a:solidFill>
                  <a:schemeClr val="accent1"/>
                </a:solidFill>
              </a:rPr>
              <a:t>可以通过</a:t>
            </a:r>
            <a:r>
              <a:rPr lang="zh-CN" altLang="en-US" sz="2800" dirty="0">
                <a:solidFill>
                  <a:srgbClr val="FF0000"/>
                </a:solidFill>
              </a:rPr>
              <a:t>无线通信</a:t>
            </a:r>
            <a:r>
              <a:rPr lang="zh-CN" altLang="en-US" sz="2800" dirty="0">
                <a:solidFill>
                  <a:schemeClr val="accent1"/>
                </a:solidFill>
              </a:rPr>
              <a:t>模块实现对机器鱼当前</a:t>
            </a:r>
            <a:r>
              <a:rPr lang="zh-CN" altLang="en-US" sz="2800" dirty="0">
                <a:solidFill>
                  <a:srgbClr val="FF0000"/>
                </a:solidFill>
              </a:rPr>
              <a:t>运动摆幅、频率等信息实时监测</a:t>
            </a:r>
            <a:r>
              <a:rPr lang="zh-CN" altLang="en-US" sz="2800" dirty="0">
                <a:solidFill>
                  <a:schemeClr val="accent1"/>
                </a:solidFill>
              </a:rPr>
              <a:t>，并可以发送对应的指令控制机器鱼的</a:t>
            </a:r>
            <a:r>
              <a:rPr lang="zh-CN" altLang="en-US" sz="2800" dirty="0">
                <a:solidFill>
                  <a:srgbClr val="FF0000"/>
                </a:solidFill>
              </a:rPr>
              <a:t>不同运动形式的切换</a:t>
            </a:r>
            <a:r>
              <a:rPr lang="zh-CN" altLang="en-US" sz="2800" dirty="0">
                <a:solidFill>
                  <a:schemeClr val="accent1"/>
                </a:solidFill>
              </a:rPr>
              <a:t>以及多个运动参数</a:t>
            </a:r>
            <a:r>
              <a:rPr lang="zh-CN" altLang="en-US" sz="2800" dirty="0"/>
              <a:t>的远程设定。</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63699" y="2520007"/>
            <a:ext cx="13753528" cy="2016224"/>
          </a:xfrm>
          <a:prstGeom prst="rect">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印品黑体" panose="00000500000000000000" pitchFamily="2" charset="-122"/>
              <a:ea typeface="印品黑体" panose="00000500000000000000" pitchFamily="2" charset="-122"/>
            </a:endParaRPr>
          </a:p>
        </p:txBody>
      </p:sp>
      <p:grpSp>
        <p:nvGrpSpPr>
          <p:cNvPr id="23" name="组合 22"/>
          <p:cNvGrpSpPr/>
          <p:nvPr/>
        </p:nvGrpSpPr>
        <p:grpSpPr>
          <a:xfrm>
            <a:off x="3538314" y="1170905"/>
            <a:ext cx="4378912" cy="4378912"/>
            <a:chOff x="4082917" y="940873"/>
            <a:chExt cx="3955398" cy="3955398"/>
          </a:xfrm>
        </p:grpSpPr>
        <p:sp>
          <p:nvSpPr>
            <p:cNvPr id="5" name="Oval 3"/>
            <p:cNvSpPr/>
            <p:nvPr/>
          </p:nvSpPr>
          <p:spPr>
            <a:xfrm>
              <a:off x="4218041" y="1091688"/>
              <a:ext cx="3692380" cy="3692380"/>
            </a:xfrm>
            <a:prstGeom prst="ellipse">
              <a:avLst/>
            </a:prstGeom>
            <a:solidFill>
              <a:srgbClr val="66CCFF"/>
            </a:solidFill>
            <a:ln>
              <a:solidFill>
                <a:srgbClr val="CCE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10" name="Oval 3"/>
            <p:cNvSpPr/>
            <p:nvPr/>
          </p:nvSpPr>
          <p:spPr>
            <a:xfrm>
              <a:off x="4082917" y="940873"/>
              <a:ext cx="3955398" cy="3955398"/>
            </a:xfrm>
            <a:prstGeom prst="ellipse">
              <a:avLst/>
            </a:prstGeom>
            <a:noFill/>
            <a:ln>
              <a:solidFill>
                <a:srgbClr val="CCEC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grpSp>
      <p:sp>
        <p:nvSpPr>
          <p:cNvPr id="8" name="矩形 7"/>
          <p:cNvSpPr/>
          <p:nvPr/>
        </p:nvSpPr>
        <p:spPr>
          <a:xfrm>
            <a:off x="4593155" y="3139038"/>
            <a:ext cx="2236510" cy="707886"/>
          </a:xfrm>
          <a:prstGeom prst="rect">
            <a:avLst/>
          </a:prstGeom>
        </p:spPr>
        <p:txBody>
          <a:bodyPr wrap="none">
            <a:spAutoFit/>
          </a:bodyPr>
          <a:lstStyle/>
          <a:p>
            <a:pPr lvl="0" algn="ctr">
              <a:defRPr>
                <a:uFillTx/>
              </a:defRPr>
            </a:pPr>
            <a:r>
              <a:rPr lang="zh-CN" altLang="en-US" sz="4000" b="1" dirty="0">
                <a:solidFill>
                  <a:schemeClr val="bg1"/>
                </a:solidFill>
                <a:uFill>
                  <a:solidFill>
                    <a:srgbClr val="FFFFFF"/>
                  </a:solidFill>
                </a:uFill>
                <a:latin typeface="印品黑体" panose="00000500000000000000" pitchFamily="2" charset="-122"/>
                <a:ea typeface="印品黑体" panose="00000500000000000000" pitchFamily="2" charset="-122"/>
                <a:sym typeface="Bebas Neue"/>
              </a:rPr>
              <a:t>谢谢观看</a:t>
            </a:r>
            <a:endParaRPr lang="zh-CN" altLang="en-US" sz="4000" b="1" dirty="0">
              <a:solidFill>
                <a:schemeClr val="bg1"/>
              </a:solidFill>
              <a:uFill>
                <a:solidFill>
                  <a:srgbClr val="FFFFFF"/>
                </a:solidFill>
              </a:uFill>
              <a:latin typeface="印品黑体" panose="00000500000000000000" pitchFamily="2" charset="-122"/>
              <a:ea typeface="印品黑体" panose="00000500000000000000" pitchFamily="2" charset="-122"/>
              <a:sym typeface="Bebas Neue"/>
            </a:endParaRPr>
          </a:p>
        </p:txBody>
      </p:sp>
      <p:sp>
        <p:nvSpPr>
          <p:cNvPr id="11" name="矩形 10"/>
          <p:cNvSpPr/>
          <p:nvPr/>
        </p:nvSpPr>
        <p:spPr>
          <a:xfrm>
            <a:off x="4229837" y="3513360"/>
            <a:ext cx="2948940" cy="1198880"/>
          </a:xfrm>
          <a:prstGeom prst="rect">
            <a:avLst/>
          </a:prstGeom>
        </p:spPr>
        <p:txBody>
          <a:bodyPr wrap="none">
            <a:spAutoFit/>
          </a:bodyPr>
          <a:lstStyle/>
          <a:p>
            <a:pPr lvl="0" algn="ctr">
              <a:defRPr>
                <a:uFillTx/>
              </a:defRPr>
            </a:pPr>
            <a:r>
              <a:rPr lang="en-US" sz="7200" b="1" dirty="0">
                <a:solidFill>
                  <a:schemeClr val="bg1"/>
                </a:solidFill>
                <a:uFill>
                  <a:solidFill>
                    <a:srgbClr val="FFFFFF"/>
                  </a:solidFill>
                </a:uFill>
                <a:latin typeface="印品黑体" panose="00000500000000000000" pitchFamily="2" charset="-122"/>
                <a:ea typeface="印品黑体" panose="00000500000000000000" pitchFamily="2" charset="-122"/>
                <a:sym typeface="Bebas Neue"/>
              </a:rPr>
              <a:t>DESIGN</a:t>
            </a:r>
            <a:endParaRPr lang="en-US" sz="7200" b="1" dirty="0">
              <a:solidFill>
                <a:schemeClr val="bg1"/>
              </a:solidFill>
              <a:uFill>
                <a:solidFill>
                  <a:srgbClr val="FFFFFF"/>
                </a:solidFill>
              </a:uFill>
              <a:latin typeface="印品黑体" panose="00000500000000000000" pitchFamily="2" charset="-122"/>
              <a:ea typeface="印品黑体" panose="00000500000000000000" pitchFamily="2" charset="-122"/>
              <a:sym typeface="Bebas Neue"/>
            </a:endParaRPr>
          </a:p>
        </p:txBody>
      </p:sp>
      <p:sp>
        <p:nvSpPr>
          <p:cNvPr id="16" name="Freeform 5"/>
          <p:cNvSpPr>
            <a:spLocks noEditPoints="1"/>
          </p:cNvSpPr>
          <p:nvPr/>
        </p:nvSpPr>
        <p:spPr bwMode="auto">
          <a:xfrm>
            <a:off x="4920736" y="1537804"/>
            <a:ext cx="1440160" cy="1630218"/>
          </a:xfrm>
          <a:custGeom>
            <a:avLst/>
            <a:gdLst>
              <a:gd name="T0" fmla="*/ 666 w 907"/>
              <a:gd name="T1" fmla="*/ 33 h 1034"/>
              <a:gd name="T2" fmla="*/ 236 w 907"/>
              <a:gd name="T3" fmla="*/ 68 h 1034"/>
              <a:gd name="T4" fmla="*/ 77 w 907"/>
              <a:gd name="T5" fmla="*/ 272 h 1034"/>
              <a:gd name="T6" fmla="*/ 78 w 907"/>
              <a:gd name="T7" fmla="*/ 399 h 1034"/>
              <a:gd name="T8" fmla="*/ 81 w 907"/>
              <a:gd name="T9" fmla="*/ 411 h 1034"/>
              <a:gd name="T10" fmla="*/ 44 w 907"/>
              <a:gd name="T11" fmla="*/ 468 h 1034"/>
              <a:gd name="T12" fmla="*/ 16 w 907"/>
              <a:gd name="T13" fmla="*/ 509 h 1034"/>
              <a:gd name="T14" fmla="*/ 16 w 907"/>
              <a:gd name="T15" fmla="*/ 510 h 1034"/>
              <a:gd name="T16" fmla="*/ 42 w 907"/>
              <a:gd name="T17" fmla="*/ 624 h 1034"/>
              <a:gd name="T18" fmla="*/ 57 w 907"/>
              <a:gd name="T19" fmla="*/ 677 h 1034"/>
              <a:gd name="T20" fmla="*/ 86 w 907"/>
              <a:gd name="T21" fmla="*/ 749 h 1034"/>
              <a:gd name="T22" fmla="*/ 85 w 907"/>
              <a:gd name="T23" fmla="*/ 800 h 1034"/>
              <a:gd name="T24" fmla="*/ 195 w 907"/>
              <a:gd name="T25" fmla="*/ 892 h 1034"/>
              <a:gd name="T26" fmla="*/ 281 w 907"/>
              <a:gd name="T27" fmla="*/ 958 h 1034"/>
              <a:gd name="T28" fmla="*/ 713 w 907"/>
              <a:gd name="T29" fmla="*/ 1034 h 1034"/>
              <a:gd name="T30" fmla="*/ 791 w 907"/>
              <a:gd name="T31" fmla="*/ 940 h 1034"/>
              <a:gd name="T32" fmla="*/ 766 w 907"/>
              <a:gd name="T33" fmla="*/ 735 h 1034"/>
              <a:gd name="T34" fmla="*/ 896 w 907"/>
              <a:gd name="T35" fmla="*/ 481 h 1034"/>
              <a:gd name="T36" fmla="*/ 814 w 907"/>
              <a:gd name="T37" fmla="*/ 136 h 1034"/>
              <a:gd name="T38" fmla="*/ 723 w 907"/>
              <a:gd name="T39" fmla="*/ 699 h 1034"/>
              <a:gd name="T40" fmla="*/ 736 w 907"/>
              <a:gd name="T41" fmla="*/ 949 h 1034"/>
              <a:gd name="T42" fmla="*/ 713 w 907"/>
              <a:gd name="T43" fmla="*/ 978 h 1034"/>
              <a:gd name="T44" fmla="*/ 337 w 907"/>
              <a:gd name="T45" fmla="*/ 955 h 1034"/>
              <a:gd name="T46" fmla="*/ 300 w 907"/>
              <a:gd name="T47" fmla="*/ 814 h 1034"/>
              <a:gd name="T48" fmla="*/ 195 w 907"/>
              <a:gd name="T49" fmla="*/ 837 h 1034"/>
              <a:gd name="T50" fmla="*/ 116 w 907"/>
              <a:gd name="T51" fmla="*/ 697 h 1034"/>
              <a:gd name="T52" fmla="*/ 126 w 907"/>
              <a:gd name="T53" fmla="*/ 655 h 1034"/>
              <a:gd name="T54" fmla="*/ 99 w 907"/>
              <a:gd name="T55" fmla="*/ 640 h 1034"/>
              <a:gd name="T56" fmla="*/ 108 w 907"/>
              <a:gd name="T57" fmla="*/ 598 h 1034"/>
              <a:gd name="T58" fmla="*/ 75 w 907"/>
              <a:gd name="T59" fmla="*/ 579 h 1034"/>
              <a:gd name="T60" fmla="*/ 63 w 907"/>
              <a:gd name="T61" fmla="*/ 539 h 1034"/>
              <a:gd name="T62" fmla="*/ 128 w 907"/>
              <a:gd name="T63" fmla="*/ 440 h 1034"/>
              <a:gd name="T64" fmla="*/ 132 w 907"/>
              <a:gd name="T65" fmla="*/ 387 h 1034"/>
              <a:gd name="T66" fmla="*/ 131 w 907"/>
              <a:gd name="T67" fmla="*/ 286 h 1034"/>
              <a:gd name="T68" fmla="*/ 841 w 907"/>
              <a:gd name="T69" fmla="*/ 473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07" h="1034">
                <a:moveTo>
                  <a:pt x="814" y="136"/>
                </a:moveTo>
                <a:cubicBezTo>
                  <a:pt x="775" y="91"/>
                  <a:pt x="726" y="56"/>
                  <a:pt x="666" y="33"/>
                </a:cubicBezTo>
                <a:cubicBezTo>
                  <a:pt x="613" y="11"/>
                  <a:pt x="552" y="0"/>
                  <a:pt x="490" y="0"/>
                </a:cubicBezTo>
                <a:cubicBezTo>
                  <a:pt x="399" y="0"/>
                  <a:pt x="308" y="24"/>
                  <a:pt x="236" y="68"/>
                </a:cubicBezTo>
                <a:cubicBezTo>
                  <a:pt x="196" y="92"/>
                  <a:pt x="163" y="120"/>
                  <a:pt x="137" y="153"/>
                </a:cubicBezTo>
                <a:cubicBezTo>
                  <a:pt x="108" y="189"/>
                  <a:pt x="88" y="229"/>
                  <a:pt x="77" y="272"/>
                </a:cubicBezTo>
                <a:cubicBezTo>
                  <a:pt x="68" y="310"/>
                  <a:pt x="67" y="352"/>
                  <a:pt x="75" y="387"/>
                </a:cubicBezTo>
                <a:cubicBezTo>
                  <a:pt x="78" y="399"/>
                  <a:pt x="78" y="399"/>
                  <a:pt x="78" y="399"/>
                </a:cubicBezTo>
                <a:cubicBezTo>
                  <a:pt x="78" y="403"/>
                  <a:pt x="79" y="406"/>
                  <a:pt x="80" y="409"/>
                </a:cubicBezTo>
                <a:cubicBezTo>
                  <a:pt x="80" y="410"/>
                  <a:pt x="80" y="410"/>
                  <a:pt x="81" y="411"/>
                </a:cubicBezTo>
                <a:cubicBezTo>
                  <a:pt x="78" y="416"/>
                  <a:pt x="78" y="416"/>
                  <a:pt x="78" y="416"/>
                </a:cubicBezTo>
                <a:cubicBezTo>
                  <a:pt x="70" y="433"/>
                  <a:pt x="58" y="450"/>
                  <a:pt x="44" y="468"/>
                </a:cubicBezTo>
                <a:cubicBezTo>
                  <a:pt x="35" y="481"/>
                  <a:pt x="25" y="494"/>
                  <a:pt x="16" y="509"/>
                </a:cubicBezTo>
                <a:cubicBezTo>
                  <a:pt x="16" y="509"/>
                  <a:pt x="16" y="509"/>
                  <a:pt x="16" y="509"/>
                </a:cubicBezTo>
                <a:cubicBezTo>
                  <a:pt x="16" y="509"/>
                  <a:pt x="16" y="509"/>
                  <a:pt x="16" y="509"/>
                </a:cubicBezTo>
                <a:cubicBezTo>
                  <a:pt x="16" y="510"/>
                  <a:pt x="16" y="510"/>
                  <a:pt x="16" y="510"/>
                </a:cubicBezTo>
                <a:cubicBezTo>
                  <a:pt x="3" y="530"/>
                  <a:pt x="0" y="555"/>
                  <a:pt x="7" y="578"/>
                </a:cubicBezTo>
                <a:cubicBezTo>
                  <a:pt x="12" y="597"/>
                  <a:pt x="25" y="613"/>
                  <a:pt x="42" y="624"/>
                </a:cubicBezTo>
                <a:cubicBezTo>
                  <a:pt x="40" y="638"/>
                  <a:pt x="43" y="652"/>
                  <a:pt x="49" y="665"/>
                </a:cubicBezTo>
                <a:cubicBezTo>
                  <a:pt x="51" y="669"/>
                  <a:pt x="54" y="674"/>
                  <a:pt x="57" y="677"/>
                </a:cubicBezTo>
                <a:cubicBezTo>
                  <a:pt x="55" y="696"/>
                  <a:pt x="60" y="714"/>
                  <a:pt x="71" y="730"/>
                </a:cubicBezTo>
                <a:cubicBezTo>
                  <a:pt x="86" y="749"/>
                  <a:pt x="86" y="749"/>
                  <a:pt x="86" y="749"/>
                </a:cubicBezTo>
                <a:cubicBezTo>
                  <a:pt x="86" y="752"/>
                  <a:pt x="86" y="755"/>
                  <a:pt x="85" y="758"/>
                </a:cubicBezTo>
                <a:cubicBezTo>
                  <a:pt x="85" y="770"/>
                  <a:pt x="84" y="785"/>
                  <a:pt x="85" y="800"/>
                </a:cubicBezTo>
                <a:cubicBezTo>
                  <a:pt x="88" y="825"/>
                  <a:pt x="97" y="845"/>
                  <a:pt x="112" y="860"/>
                </a:cubicBezTo>
                <a:cubicBezTo>
                  <a:pt x="132" y="881"/>
                  <a:pt x="160" y="892"/>
                  <a:pt x="195" y="892"/>
                </a:cubicBezTo>
                <a:cubicBezTo>
                  <a:pt x="218" y="892"/>
                  <a:pt x="244" y="888"/>
                  <a:pt x="276" y="879"/>
                </a:cubicBezTo>
                <a:cubicBezTo>
                  <a:pt x="278" y="899"/>
                  <a:pt x="280" y="925"/>
                  <a:pt x="281" y="958"/>
                </a:cubicBezTo>
                <a:cubicBezTo>
                  <a:pt x="283" y="1000"/>
                  <a:pt x="318" y="1034"/>
                  <a:pt x="361" y="1034"/>
                </a:cubicBezTo>
                <a:cubicBezTo>
                  <a:pt x="713" y="1034"/>
                  <a:pt x="713" y="1034"/>
                  <a:pt x="713" y="1034"/>
                </a:cubicBezTo>
                <a:cubicBezTo>
                  <a:pt x="736" y="1034"/>
                  <a:pt x="759" y="1023"/>
                  <a:pt x="774" y="1005"/>
                </a:cubicBezTo>
                <a:cubicBezTo>
                  <a:pt x="789" y="987"/>
                  <a:pt x="795" y="963"/>
                  <a:pt x="791" y="940"/>
                </a:cubicBezTo>
                <a:cubicBezTo>
                  <a:pt x="759" y="759"/>
                  <a:pt x="759" y="759"/>
                  <a:pt x="759" y="759"/>
                </a:cubicBezTo>
                <a:cubicBezTo>
                  <a:pt x="758" y="751"/>
                  <a:pt x="760" y="742"/>
                  <a:pt x="766" y="735"/>
                </a:cubicBezTo>
                <a:cubicBezTo>
                  <a:pt x="792" y="704"/>
                  <a:pt x="821" y="668"/>
                  <a:pt x="845" y="625"/>
                </a:cubicBezTo>
                <a:cubicBezTo>
                  <a:pt x="872" y="578"/>
                  <a:pt x="888" y="531"/>
                  <a:pt x="896" y="481"/>
                </a:cubicBezTo>
                <a:cubicBezTo>
                  <a:pt x="907" y="410"/>
                  <a:pt x="905" y="344"/>
                  <a:pt x="890" y="285"/>
                </a:cubicBezTo>
                <a:cubicBezTo>
                  <a:pt x="876" y="228"/>
                  <a:pt x="850" y="178"/>
                  <a:pt x="814" y="136"/>
                </a:cubicBezTo>
                <a:close/>
                <a:moveTo>
                  <a:pt x="841" y="473"/>
                </a:moveTo>
                <a:cubicBezTo>
                  <a:pt x="826" y="567"/>
                  <a:pt x="777" y="635"/>
                  <a:pt x="723" y="699"/>
                </a:cubicBezTo>
                <a:cubicBezTo>
                  <a:pt x="707" y="718"/>
                  <a:pt x="700" y="744"/>
                  <a:pt x="704" y="769"/>
                </a:cubicBezTo>
                <a:cubicBezTo>
                  <a:pt x="736" y="949"/>
                  <a:pt x="736" y="949"/>
                  <a:pt x="736" y="949"/>
                </a:cubicBezTo>
                <a:cubicBezTo>
                  <a:pt x="738" y="956"/>
                  <a:pt x="736" y="964"/>
                  <a:pt x="731" y="969"/>
                </a:cubicBezTo>
                <a:cubicBezTo>
                  <a:pt x="727" y="975"/>
                  <a:pt x="720" y="978"/>
                  <a:pt x="713" y="978"/>
                </a:cubicBezTo>
                <a:cubicBezTo>
                  <a:pt x="361" y="978"/>
                  <a:pt x="361" y="978"/>
                  <a:pt x="361" y="978"/>
                </a:cubicBezTo>
                <a:cubicBezTo>
                  <a:pt x="348" y="978"/>
                  <a:pt x="337" y="968"/>
                  <a:pt x="337" y="955"/>
                </a:cubicBezTo>
                <a:cubicBezTo>
                  <a:pt x="334" y="894"/>
                  <a:pt x="330" y="856"/>
                  <a:pt x="328" y="835"/>
                </a:cubicBezTo>
                <a:cubicBezTo>
                  <a:pt x="327" y="825"/>
                  <a:pt x="314" y="814"/>
                  <a:pt x="300" y="814"/>
                </a:cubicBezTo>
                <a:cubicBezTo>
                  <a:pt x="297" y="814"/>
                  <a:pt x="295" y="815"/>
                  <a:pt x="292" y="816"/>
                </a:cubicBezTo>
                <a:cubicBezTo>
                  <a:pt x="249" y="830"/>
                  <a:pt x="217" y="837"/>
                  <a:pt x="195" y="837"/>
                </a:cubicBezTo>
                <a:cubicBezTo>
                  <a:pt x="109" y="837"/>
                  <a:pt x="154" y="748"/>
                  <a:pt x="137" y="725"/>
                </a:cubicBezTo>
                <a:cubicBezTo>
                  <a:pt x="116" y="697"/>
                  <a:pt x="116" y="697"/>
                  <a:pt x="116" y="697"/>
                </a:cubicBezTo>
                <a:cubicBezTo>
                  <a:pt x="111" y="689"/>
                  <a:pt x="111" y="680"/>
                  <a:pt x="115" y="672"/>
                </a:cubicBezTo>
                <a:cubicBezTo>
                  <a:pt x="126" y="655"/>
                  <a:pt x="126" y="655"/>
                  <a:pt x="126" y="655"/>
                </a:cubicBezTo>
                <a:cubicBezTo>
                  <a:pt x="112" y="652"/>
                  <a:pt x="112" y="652"/>
                  <a:pt x="112" y="652"/>
                </a:cubicBezTo>
                <a:cubicBezTo>
                  <a:pt x="107" y="650"/>
                  <a:pt x="102" y="646"/>
                  <a:pt x="99" y="640"/>
                </a:cubicBezTo>
                <a:cubicBezTo>
                  <a:pt x="96" y="635"/>
                  <a:pt x="96" y="629"/>
                  <a:pt x="98" y="623"/>
                </a:cubicBezTo>
                <a:cubicBezTo>
                  <a:pt x="108" y="598"/>
                  <a:pt x="108" y="598"/>
                  <a:pt x="108" y="598"/>
                </a:cubicBezTo>
                <a:cubicBezTo>
                  <a:pt x="109" y="596"/>
                  <a:pt x="108" y="593"/>
                  <a:pt x="106" y="592"/>
                </a:cubicBezTo>
                <a:cubicBezTo>
                  <a:pt x="75" y="579"/>
                  <a:pt x="75" y="579"/>
                  <a:pt x="75" y="579"/>
                </a:cubicBezTo>
                <a:cubicBezTo>
                  <a:pt x="68" y="575"/>
                  <a:pt x="62" y="569"/>
                  <a:pt x="60" y="562"/>
                </a:cubicBezTo>
                <a:cubicBezTo>
                  <a:pt x="58" y="554"/>
                  <a:pt x="59" y="546"/>
                  <a:pt x="63" y="539"/>
                </a:cubicBezTo>
                <a:cubicBezTo>
                  <a:pt x="63" y="538"/>
                  <a:pt x="63" y="538"/>
                  <a:pt x="63" y="538"/>
                </a:cubicBezTo>
                <a:cubicBezTo>
                  <a:pt x="84" y="505"/>
                  <a:pt x="111" y="475"/>
                  <a:pt x="128" y="440"/>
                </a:cubicBezTo>
                <a:cubicBezTo>
                  <a:pt x="136" y="425"/>
                  <a:pt x="136" y="425"/>
                  <a:pt x="136" y="425"/>
                </a:cubicBezTo>
                <a:cubicBezTo>
                  <a:pt x="141" y="415"/>
                  <a:pt x="134" y="398"/>
                  <a:pt x="132" y="387"/>
                </a:cubicBezTo>
                <a:cubicBezTo>
                  <a:pt x="129" y="375"/>
                  <a:pt x="129" y="375"/>
                  <a:pt x="129" y="375"/>
                </a:cubicBezTo>
                <a:cubicBezTo>
                  <a:pt x="123" y="347"/>
                  <a:pt x="124" y="313"/>
                  <a:pt x="131" y="286"/>
                </a:cubicBezTo>
                <a:cubicBezTo>
                  <a:pt x="168" y="139"/>
                  <a:pt x="330" y="56"/>
                  <a:pt x="490" y="56"/>
                </a:cubicBezTo>
                <a:cubicBezTo>
                  <a:pt x="689" y="56"/>
                  <a:pt x="885" y="183"/>
                  <a:pt x="841" y="473"/>
                </a:cubicBezTo>
                <a:close/>
              </a:path>
            </a:pathLst>
          </a:custGeom>
          <a:solidFill>
            <a:schemeClr val="bg1"/>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dirty="0">
              <a:ln>
                <a:noFill/>
              </a:ln>
              <a:solidFill>
                <a:sysClr val="windowText" lastClr="000000"/>
              </a:solidFill>
              <a:effectLst/>
              <a:uLnTx/>
              <a:uFillTx/>
              <a:latin typeface="印品黑体" panose="00000500000000000000" pitchFamily="2" charset="-122"/>
            </a:endParaRPr>
          </a:p>
        </p:txBody>
      </p:sp>
      <p:grpSp>
        <p:nvGrpSpPr>
          <p:cNvPr id="24" name="组合 23"/>
          <p:cNvGrpSpPr/>
          <p:nvPr/>
        </p:nvGrpSpPr>
        <p:grpSpPr>
          <a:xfrm>
            <a:off x="5616451" y="1870770"/>
            <a:ext cx="536475" cy="530106"/>
            <a:chOff x="6015218" y="1320674"/>
            <a:chExt cx="536475" cy="530106"/>
          </a:xfrm>
          <a:solidFill>
            <a:schemeClr val="bg1"/>
          </a:solidFill>
        </p:grpSpPr>
        <p:sp>
          <p:nvSpPr>
            <p:cNvPr id="17" name="Freeform 6"/>
            <p:cNvSpPr>
              <a:spLocks noEditPoints="1"/>
            </p:cNvSpPr>
            <p:nvPr/>
          </p:nvSpPr>
          <p:spPr bwMode="auto">
            <a:xfrm>
              <a:off x="6015218" y="1320674"/>
              <a:ext cx="536475" cy="530106"/>
            </a:xfrm>
            <a:custGeom>
              <a:avLst/>
              <a:gdLst>
                <a:gd name="T0" fmla="*/ 192 w 337"/>
                <a:gd name="T1" fmla="*/ 36 h 336"/>
                <a:gd name="T2" fmla="*/ 234 w 337"/>
                <a:gd name="T3" fmla="*/ 68 h 336"/>
                <a:gd name="T4" fmla="*/ 253 w 337"/>
                <a:gd name="T5" fmla="*/ 54 h 336"/>
                <a:gd name="T6" fmla="*/ 279 w 337"/>
                <a:gd name="T7" fmla="*/ 74 h 336"/>
                <a:gd name="T8" fmla="*/ 268 w 337"/>
                <a:gd name="T9" fmla="*/ 102 h 336"/>
                <a:gd name="T10" fmla="*/ 301 w 337"/>
                <a:gd name="T11" fmla="*/ 144 h 336"/>
                <a:gd name="T12" fmla="*/ 313 w 337"/>
                <a:gd name="T13" fmla="*/ 180 h 336"/>
                <a:gd name="T14" fmla="*/ 286 w 337"/>
                <a:gd name="T15" fmla="*/ 192 h 336"/>
                <a:gd name="T16" fmla="*/ 279 w 337"/>
                <a:gd name="T17" fmla="*/ 244 h 336"/>
                <a:gd name="T18" fmla="*/ 262 w 337"/>
                <a:gd name="T19" fmla="*/ 278 h 336"/>
                <a:gd name="T20" fmla="*/ 245 w 337"/>
                <a:gd name="T21" fmla="*/ 278 h 336"/>
                <a:gd name="T22" fmla="*/ 192 w 337"/>
                <a:gd name="T23" fmla="*/ 286 h 336"/>
                <a:gd name="T24" fmla="*/ 180 w 337"/>
                <a:gd name="T25" fmla="*/ 312 h 336"/>
                <a:gd name="T26" fmla="*/ 144 w 337"/>
                <a:gd name="T27" fmla="*/ 300 h 336"/>
                <a:gd name="T28" fmla="*/ 102 w 337"/>
                <a:gd name="T29" fmla="*/ 268 h 336"/>
                <a:gd name="T30" fmla="*/ 84 w 337"/>
                <a:gd name="T31" fmla="*/ 282 h 336"/>
                <a:gd name="T32" fmla="*/ 58 w 337"/>
                <a:gd name="T33" fmla="*/ 261 h 336"/>
                <a:gd name="T34" fmla="*/ 69 w 337"/>
                <a:gd name="T35" fmla="*/ 234 h 336"/>
                <a:gd name="T36" fmla="*/ 36 w 337"/>
                <a:gd name="T37" fmla="*/ 192 h 336"/>
                <a:gd name="T38" fmla="*/ 24 w 337"/>
                <a:gd name="T39" fmla="*/ 156 h 336"/>
                <a:gd name="T40" fmla="*/ 51 w 337"/>
                <a:gd name="T41" fmla="*/ 144 h 336"/>
                <a:gd name="T42" fmla="*/ 58 w 337"/>
                <a:gd name="T43" fmla="*/ 91 h 336"/>
                <a:gd name="T44" fmla="*/ 75 w 337"/>
                <a:gd name="T45" fmla="*/ 57 h 336"/>
                <a:gd name="T46" fmla="*/ 92 w 337"/>
                <a:gd name="T47" fmla="*/ 57 h 336"/>
                <a:gd name="T48" fmla="*/ 144 w 337"/>
                <a:gd name="T49" fmla="*/ 50 h 336"/>
                <a:gd name="T50" fmla="*/ 156 w 337"/>
                <a:gd name="T51" fmla="*/ 24 h 336"/>
                <a:gd name="T52" fmla="*/ 180 w 337"/>
                <a:gd name="T53" fmla="*/ 0 h 336"/>
                <a:gd name="T54" fmla="*/ 121 w 337"/>
                <a:gd name="T55" fmla="*/ 32 h 336"/>
                <a:gd name="T56" fmla="*/ 84 w 337"/>
                <a:gd name="T57" fmla="*/ 30 h 336"/>
                <a:gd name="T58" fmla="*/ 41 w 337"/>
                <a:gd name="T59" fmla="*/ 57 h 336"/>
                <a:gd name="T60" fmla="*/ 39 w 337"/>
                <a:gd name="T61" fmla="*/ 106 h 336"/>
                <a:gd name="T62" fmla="*/ 0 w 337"/>
                <a:gd name="T63" fmla="*/ 156 h 336"/>
                <a:gd name="T64" fmla="*/ 33 w 337"/>
                <a:gd name="T65" fmla="*/ 216 h 336"/>
                <a:gd name="T66" fmla="*/ 31 w 337"/>
                <a:gd name="T67" fmla="*/ 253 h 336"/>
                <a:gd name="T68" fmla="*/ 58 w 337"/>
                <a:gd name="T69" fmla="*/ 295 h 336"/>
                <a:gd name="T70" fmla="*/ 106 w 337"/>
                <a:gd name="T71" fmla="*/ 298 h 336"/>
                <a:gd name="T72" fmla="*/ 156 w 337"/>
                <a:gd name="T73" fmla="*/ 336 h 336"/>
                <a:gd name="T74" fmla="*/ 216 w 337"/>
                <a:gd name="T75" fmla="*/ 304 h 336"/>
                <a:gd name="T76" fmla="*/ 253 w 337"/>
                <a:gd name="T77" fmla="*/ 306 h 336"/>
                <a:gd name="T78" fmla="*/ 296 w 337"/>
                <a:gd name="T79" fmla="*/ 278 h 336"/>
                <a:gd name="T80" fmla="*/ 298 w 337"/>
                <a:gd name="T81" fmla="*/ 230 h 336"/>
                <a:gd name="T82" fmla="*/ 337 w 337"/>
                <a:gd name="T83" fmla="*/ 180 h 336"/>
                <a:gd name="T84" fmla="*/ 304 w 337"/>
                <a:gd name="T85" fmla="*/ 120 h 336"/>
                <a:gd name="T86" fmla="*/ 306 w 337"/>
                <a:gd name="T87" fmla="*/ 83 h 336"/>
                <a:gd name="T88" fmla="*/ 279 w 337"/>
                <a:gd name="T89" fmla="*/ 40 h 336"/>
                <a:gd name="T90" fmla="*/ 231 w 337"/>
                <a:gd name="T91" fmla="*/ 38 h 336"/>
                <a:gd name="T92" fmla="*/ 180 w 337"/>
                <a:gd name="T93"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37" h="336">
                  <a:moveTo>
                    <a:pt x="180" y="24"/>
                  </a:moveTo>
                  <a:cubicBezTo>
                    <a:pt x="187" y="24"/>
                    <a:pt x="192" y="29"/>
                    <a:pt x="192" y="36"/>
                  </a:cubicBezTo>
                  <a:cubicBezTo>
                    <a:pt x="192" y="50"/>
                    <a:pt x="192" y="50"/>
                    <a:pt x="192" y="50"/>
                  </a:cubicBezTo>
                  <a:cubicBezTo>
                    <a:pt x="208" y="53"/>
                    <a:pt x="222" y="60"/>
                    <a:pt x="234" y="68"/>
                  </a:cubicBezTo>
                  <a:cubicBezTo>
                    <a:pt x="245" y="57"/>
                    <a:pt x="245" y="57"/>
                    <a:pt x="245" y="57"/>
                  </a:cubicBezTo>
                  <a:cubicBezTo>
                    <a:pt x="247" y="55"/>
                    <a:pt x="250" y="54"/>
                    <a:pt x="253" y="54"/>
                  </a:cubicBezTo>
                  <a:cubicBezTo>
                    <a:pt x="256" y="54"/>
                    <a:pt x="260" y="55"/>
                    <a:pt x="262" y="57"/>
                  </a:cubicBezTo>
                  <a:cubicBezTo>
                    <a:pt x="279" y="74"/>
                    <a:pt x="279" y="74"/>
                    <a:pt x="279" y="74"/>
                  </a:cubicBezTo>
                  <a:cubicBezTo>
                    <a:pt x="284" y="79"/>
                    <a:pt x="284" y="87"/>
                    <a:pt x="279" y="91"/>
                  </a:cubicBezTo>
                  <a:cubicBezTo>
                    <a:pt x="268" y="102"/>
                    <a:pt x="268" y="102"/>
                    <a:pt x="268" y="102"/>
                  </a:cubicBezTo>
                  <a:cubicBezTo>
                    <a:pt x="277" y="114"/>
                    <a:pt x="283" y="129"/>
                    <a:pt x="286" y="144"/>
                  </a:cubicBezTo>
                  <a:cubicBezTo>
                    <a:pt x="301" y="144"/>
                    <a:pt x="301" y="144"/>
                    <a:pt x="301" y="144"/>
                  </a:cubicBezTo>
                  <a:cubicBezTo>
                    <a:pt x="307" y="144"/>
                    <a:pt x="313" y="149"/>
                    <a:pt x="313" y="156"/>
                  </a:cubicBezTo>
                  <a:cubicBezTo>
                    <a:pt x="313" y="180"/>
                    <a:pt x="313" y="180"/>
                    <a:pt x="313" y="180"/>
                  </a:cubicBezTo>
                  <a:cubicBezTo>
                    <a:pt x="313" y="187"/>
                    <a:pt x="307" y="192"/>
                    <a:pt x="301" y="192"/>
                  </a:cubicBezTo>
                  <a:cubicBezTo>
                    <a:pt x="286" y="192"/>
                    <a:pt x="286" y="192"/>
                    <a:pt x="286" y="192"/>
                  </a:cubicBezTo>
                  <a:cubicBezTo>
                    <a:pt x="283" y="207"/>
                    <a:pt x="277" y="221"/>
                    <a:pt x="268" y="234"/>
                  </a:cubicBezTo>
                  <a:cubicBezTo>
                    <a:pt x="279" y="244"/>
                    <a:pt x="279" y="244"/>
                    <a:pt x="279" y="244"/>
                  </a:cubicBezTo>
                  <a:cubicBezTo>
                    <a:pt x="284" y="249"/>
                    <a:pt x="284" y="257"/>
                    <a:pt x="279" y="261"/>
                  </a:cubicBezTo>
                  <a:cubicBezTo>
                    <a:pt x="262" y="278"/>
                    <a:pt x="262" y="278"/>
                    <a:pt x="262" y="278"/>
                  </a:cubicBezTo>
                  <a:cubicBezTo>
                    <a:pt x="260" y="281"/>
                    <a:pt x="256" y="282"/>
                    <a:pt x="253" y="282"/>
                  </a:cubicBezTo>
                  <a:cubicBezTo>
                    <a:pt x="250" y="282"/>
                    <a:pt x="247" y="281"/>
                    <a:pt x="245" y="278"/>
                  </a:cubicBezTo>
                  <a:cubicBezTo>
                    <a:pt x="234" y="268"/>
                    <a:pt x="234" y="268"/>
                    <a:pt x="234" y="268"/>
                  </a:cubicBezTo>
                  <a:cubicBezTo>
                    <a:pt x="222" y="276"/>
                    <a:pt x="208" y="282"/>
                    <a:pt x="192" y="286"/>
                  </a:cubicBezTo>
                  <a:cubicBezTo>
                    <a:pt x="192" y="300"/>
                    <a:pt x="192" y="300"/>
                    <a:pt x="192" y="300"/>
                  </a:cubicBezTo>
                  <a:cubicBezTo>
                    <a:pt x="192" y="307"/>
                    <a:pt x="187" y="312"/>
                    <a:pt x="180" y="312"/>
                  </a:cubicBezTo>
                  <a:cubicBezTo>
                    <a:pt x="156" y="312"/>
                    <a:pt x="156" y="312"/>
                    <a:pt x="156" y="312"/>
                  </a:cubicBezTo>
                  <a:cubicBezTo>
                    <a:pt x="150" y="312"/>
                    <a:pt x="144" y="307"/>
                    <a:pt x="144" y="300"/>
                  </a:cubicBezTo>
                  <a:cubicBezTo>
                    <a:pt x="144" y="286"/>
                    <a:pt x="144" y="286"/>
                    <a:pt x="144" y="286"/>
                  </a:cubicBezTo>
                  <a:cubicBezTo>
                    <a:pt x="129" y="282"/>
                    <a:pt x="115" y="276"/>
                    <a:pt x="102" y="268"/>
                  </a:cubicBezTo>
                  <a:cubicBezTo>
                    <a:pt x="92" y="278"/>
                    <a:pt x="92" y="278"/>
                    <a:pt x="92" y="278"/>
                  </a:cubicBezTo>
                  <a:cubicBezTo>
                    <a:pt x="90" y="281"/>
                    <a:pt x="87" y="282"/>
                    <a:pt x="84" y="282"/>
                  </a:cubicBezTo>
                  <a:cubicBezTo>
                    <a:pt x="80" y="282"/>
                    <a:pt x="77" y="281"/>
                    <a:pt x="75" y="278"/>
                  </a:cubicBezTo>
                  <a:cubicBezTo>
                    <a:pt x="58" y="261"/>
                    <a:pt x="58" y="261"/>
                    <a:pt x="58" y="261"/>
                  </a:cubicBezTo>
                  <a:cubicBezTo>
                    <a:pt x="53" y="257"/>
                    <a:pt x="53" y="249"/>
                    <a:pt x="58" y="244"/>
                  </a:cubicBezTo>
                  <a:cubicBezTo>
                    <a:pt x="69" y="234"/>
                    <a:pt x="69" y="234"/>
                    <a:pt x="69" y="234"/>
                  </a:cubicBezTo>
                  <a:cubicBezTo>
                    <a:pt x="60" y="221"/>
                    <a:pt x="54" y="207"/>
                    <a:pt x="51" y="192"/>
                  </a:cubicBezTo>
                  <a:cubicBezTo>
                    <a:pt x="36" y="192"/>
                    <a:pt x="36" y="192"/>
                    <a:pt x="36" y="192"/>
                  </a:cubicBezTo>
                  <a:cubicBezTo>
                    <a:pt x="30" y="192"/>
                    <a:pt x="24" y="187"/>
                    <a:pt x="24" y="180"/>
                  </a:cubicBezTo>
                  <a:cubicBezTo>
                    <a:pt x="24" y="156"/>
                    <a:pt x="24" y="156"/>
                    <a:pt x="24" y="156"/>
                  </a:cubicBezTo>
                  <a:cubicBezTo>
                    <a:pt x="24" y="149"/>
                    <a:pt x="30" y="144"/>
                    <a:pt x="36" y="144"/>
                  </a:cubicBezTo>
                  <a:cubicBezTo>
                    <a:pt x="51" y="144"/>
                    <a:pt x="51" y="144"/>
                    <a:pt x="51" y="144"/>
                  </a:cubicBezTo>
                  <a:cubicBezTo>
                    <a:pt x="54" y="129"/>
                    <a:pt x="60" y="114"/>
                    <a:pt x="69" y="102"/>
                  </a:cubicBezTo>
                  <a:cubicBezTo>
                    <a:pt x="58" y="91"/>
                    <a:pt x="58" y="91"/>
                    <a:pt x="58" y="91"/>
                  </a:cubicBezTo>
                  <a:cubicBezTo>
                    <a:pt x="53" y="87"/>
                    <a:pt x="53" y="79"/>
                    <a:pt x="58" y="74"/>
                  </a:cubicBezTo>
                  <a:cubicBezTo>
                    <a:pt x="75" y="57"/>
                    <a:pt x="75" y="57"/>
                    <a:pt x="75" y="57"/>
                  </a:cubicBezTo>
                  <a:cubicBezTo>
                    <a:pt x="77" y="55"/>
                    <a:pt x="80" y="54"/>
                    <a:pt x="84" y="54"/>
                  </a:cubicBezTo>
                  <a:cubicBezTo>
                    <a:pt x="87" y="54"/>
                    <a:pt x="90" y="55"/>
                    <a:pt x="92" y="57"/>
                  </a:cubicBezTo>
                  <a:cubicBezTo>
                    <a:pt x="102" y="68"/>
                    <a:pt x="102" y="68"/>
                    <a:pt x="102" y="68"/>
                  </a:cubicBezTo>
                  <a:cubicBezTo>
                    <a:pt x="115" y="60"/>
                    <a:pt x="129" y="53"/>
                    <a:pt x="144" y="50"/>
                  </a:cubicBezTo>
                  <a:cubicBezTo>
                    <a:pt x="144" y="36"/>
                    <a:pt x="144" y="36"/>
                    <a:pt x="144" y="36"/>
                  </a:cubicBezTo>
                  <a:cubicBezTo>
                    <a:pt x="144" y="29"/>
                    <a:pt x="150" y="24"/>
                    <a:pt x="156" y="24"/>
                  </a:cubicBezTo>
                  <a:cubicBezTo>
                    <a:pt x="180" y="24"/>
                    <a:pt x="180" y="24"/>
                    <a:pt x="180" y="24"/>
                  </a:cubicBezTo>
                  <a:moveTo>
                    <a:pt x="180" y="0"/>
                  </a:moveTo>
                  <a:cubicBezTo>
                    <a:pt x="156" y="0"/>
                    <a:pt x="156" y="0"/>
                    <a:pt x="156" y="0"/>
                  </a:cubicBezTo>
                  <a:cubicBezTo>
                    <a:pt x="138" y="0"/>
                    <a:pt x="123" y="14"/>
                    <a:pt x="121" y="32"/>
                  </a:cubicBezTo>
                  <a:cubicBezTo>
                    <a:pt x="116" y="34"/>
                    <a:pt x="111" y="36"/>
                    <a:pt x="106" y="38"/>
                  </a:cubicBezTo>
                  <a:cubicBezTo>
                    <a:pt x="100" y="33"/>
                    <a:pt x="92" y="30"/>
                    <a:pt x="84" y="30"/>
                  </a:cubicBezTo>
                  <a:cubicBezTo>
                    <a:pt x="74" y="30"/>
                    <a:pt x="65" y="34"/>
                    <a:pt x="58" y="40"/>
                  </a:cubicBezTo>
                  <a:cubicBezTo>
                    <a:pt x="41" y="57"/>
                    <a:pt x="41" y="57"/>
                    <a:pt x="41" y="57"/>
                  </a:cubicBezTo>
                  <a:cubicBezTo>
                    <a:pt x="34" y="64"/>
                    <a:pt x="31" y="73"/>
                    <a:pt x="31" y="83"/>
                  </a:cubicBezTo>
                  <a:cubicBezTo>
                    <a:pt x="31" y="91"/>
                    <a:pt x="33" y="99"/>
                    <a:pt x="39" y="106"/>
                  </a:cubicBezTo>
                  <a:cubicBezTo>
                    <a:pt x="36" y="110"/>
                    <a:pt x="34" y="115"/>
                    <a:pt x="33" y="120"/>
                  </a:cubicBezTo>
                  <a:cubicBezTo>
                    <a:pt x="15" y="122"/>
                    <a:pt x="0" y="137"/>
                    <a:pt x="0" y="156"/>
                  </a:cubicBezTo>
                  <a:cubicBezTo>
                    <a:pt x="0" y="180"/>
                    <a:pt x="0" y="180"/>
                    <a:pt x="0" y="180"/>
                  </a:cubicBezTo>
                  <a:cubicBezTo>
                    <a:pt x="0" y="199"/>
                    <a:pt x="15" y="214"/>
                    <a:pt x="33" y="216"/>
                  </a:cubicBezTo>
                  <a:cubicBezTo>
                    <a:pt x="34" y="221"/>
                    <a:pt x="36" y="225"/>
                    <a:pt x="39" y="230"/>
                  </a:cubicBezTo>
                  <a:cubicBezTo>
                    <a:pt x="33" y="236"/>
                    <a:pt x="31" y="244"/>
                    <a:pt x="31" y="253"/>
                  </a:cubicBezTo>
                  <a:cubicBezTo>
                    <a:pt x="31" y="262"/>
                    <a:pt x="34" y="271"/>
                    <a:pt x="41" y="278"/>
                  </a:cubicBezTo>
                  <a:cubicBezTo>
                    <a:pt x="58" y="295"/>
                    <a:pt x="58" y="295"/>
                    <a:pt x="58" y="295"/>
                  </a:cubicBezTo>
                  <a:cubicBezTo>
                    <a:pt x="65" y="302"/>
                    <a:pt x="74" y="306"/>
                    <a:pt x="84" y="306"/>
                  </a:cubicBezTo>
                  <a:cubicBezTo>
                    <a:pt x="92" y="306"/>
                    <a:pt x="100" y="303"/>
                    <a:pt x="106" y="298"/>
                  </a:cubicBezTo>
                  <a:cubicBezTo>
                    <a:pt x="111" y="300"/>
                    <a:pt x="116" y="302"/>
                    <a:pt x="121" y="304"/>
                  </a:cubicBezTo>
                  <a:cubicBezTo>
                    <a:pt x="123" y="322"/>
                    <a:pt x="138" y="336"/>
                    <a:pt x="156" y="336"/>
                  </a:cubicBezTo>
                  <a:cubicBezTo>
                    <a:pt x="180" y="336"/>
                    <a:pt x="180" y="336"/>
                    <a:pt x="180" y="336"/>
                  </a:cubicBezTo>
                  <a:cubicBezTo>
                    <a:pt x="199" y="336"/>
                    <a:pt x="214" y="322"/>
                    <a:pt x="216" y="304"/>
                  </a:cubicBezTo>
                  <a:cubicBezTo>
                    <a:pt x="221" y="302"/>
                    <a:pt x="226" y="300"/>
                    <a:pt x="231" y="298"/>
                  </a:cubicBezTo>
                  <a:cubicBezTo>
                    <a:pt x="237" y="303"/>
                    <a:pt x="245" y="306"/>
                    <a:pt x="253" y="306"/>
                  </a:cubicBezTo>
                  <a:cubicBezTo>
                    <a:pt x="263" y="306"/>
                    <a:pt x="272" y="302"/>
                    <a:pt x="279" y="295"/>
                  </a:cubicBezTo>
                  <a:cubicBezTo>
                    <a:pt x="296" y="278"/>
                    <a:pt x="296" y="278"/>
                    <a:pt x="296" y="278"/>
                  </a:cubicBezTo>
                  <a:cubicBezTo>
                    <a:pt x="303" y="271"/>
                    <a:pt x="306" y="262"/>
                    <a:pt x="306" y="253"/>
                  </a:cubicBezTo>
                  <a:cubicBezTo>
                    <a:pt x="306" y="244"/>
                    <a:pt x="304" y="236"/>
                    <a:pt x="298" y="230"/>
                  </a:cubicBezTo>
                  <a:cubicBezTo>
                    <a:pt x="301" y="225"/>
                    <a:pt x="303" y="221"/>
                    <a:pt x="304" y="216"/>
                  </a:cubicBezTo>
                  <a:cubicBezTo>
                    <a:pt x="322" y="214"/>
                    <a:pt x="337" y="199"/>
                    <a:pt x="337" y="180"/>
                  </a:cubicBezTo>
                  <a:cubicBezTo>
                    <a:pt x="337" y="156"/>
                    <a:pt x="337" y="156"/>
                    <a:pt x="337" y="156"/>
                  </a:cubicBezTo>
                  <a:cubicBezTo>
                    <a:pt x="337" y="137"/>
                    <a:pt x="322" y="122"/>
                    <a:pt x="304" y="120"/>
                  </a:cubicBezTo>
                  <a:cubicBezTo>
                    <a:pt x="303" y="115"/>
                    <a:pt x="301" y="110"/>
                    <a:pt x="298" y="106"/>
                  </a:cubicBezTo>
                  <a:cubicBezTo>
                    <a:pt x="304" y="99"/>
                    <a:pt x="306" y="91"/>
                    <a:pt x="306" y="83"/>
                  </a:cubicBezTo>
                  <a:cubicBezTo>
                    <a:pt x="306" y="73"/>
                    <a:pt x="303" y="64"/>
                    <a:pt x="296" y="57"/>
                  </a:cubicBezTo>
                  <a:cubicBezTo>
                    <a:pt x="279" y="40"/>
                    <a:pt x="279" y="40"/>
                    <a:pt x="279" y="40"/>
                  </a:cubicBezTo>
                  <a:cubicBezTo>
                    <a:pt x="272" y="34"/>
                    <a:pt x="263" y="30"/>
                    <a:pt x="253" y="30"/>
                  </a:cubicBezTo>
                  <a:cubicBezTo>
                    <a:pt x="245" y="30"/>
                    <a:pt x="237" y="33"/>
                    <a:pt x="231" y="38"/>
                  </a:cubicBezTo>
                  <a:cubicBezTo>
                    <a:pt x="226" y="36"/>
                    <a:pt x="221" y="34"/>
                    <a:pt x="216" y="32"/>
                  </a:cubicBezTo>
                  <a:cubicBezTo>
                    <a:pt x="214" y="14"/>
                    <a:pt x="199" y="0"/>
                    <a:pt x="18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dirty="0">
                <a:ln>
                  <a:noFill/>
                </a:ln>
                <a:solidFill>
                  <a:sysClr val="windowText" lastClr="000000"/>
                </a:solidFill>
                <a:effectLst/>
                <a:uLnTx/>
                <a:uFillTx/>
                <a:latin typeface="印品黑体" panose="00000500000000000000" pitchFamily="2" charset="-122"/>
              </a:endParaRPr>
            </a:p>
          </p:txBody>
        </p:sp>
        <p:sp>
          <p:nvSpPr>
            <p:cNvPr id="18" name="Freeform 7"/>
            <p:cNvSpPr>
              <a:spLocks noEditPoints="1"/>
            </p:cNvSpPr>
            <p:nvPr/>
          </p:nvSpPr>
          <p:spPr bwMode="auto">
            <a:xfrm>
              <a:off x="6158660" y="1463176"/>
              <a:ext cx="249590" cy="245103"/>
            </a:xfrm>
            <a:custGeom>
              <a:avLst/>
              <a:gdLst>
                <a:gd name="T0" fmla="*/ 78 w 157"/>
                <a:gd name="T1" fmla="*/ 156 h 156"/>
                <a:gd name="T2" fmla="*/ 0 w 157"/>
                <a:gd name="T3" fmla="*/ 78 h 156"/>
                <a:gd name="T4" fmla="*/ 78 w 157"/>
                <a:gd name="T5" fmla="*/ 0 h 156"/>
                <a:gd name="T6" fmla="*/ 157 w 157"/>
                <a:gd name="T7" fmla="*/ 78 h 156"/>
                <a:gd name="T8" fmla="*/ 78 w 157"/>
                <a:gd name="T9" fmla="*/ 156 h 156"/>
                <a:gd name="T10" fmla="*/ 78 w 157"/>
                <a:gd name="T11" fmla="*/ 12 h 156"/>
                <a:gd name="T12" fmla="*/ 12 w 157"/>
                <a:gd name="T13" fmla="*/ 78 h 156"/>
                <a:gd name="T14" fmla="*/ 78 w 157"/>
                <a:gd name="T15" fmla="*/ 144 h 156"/>
                <a:gd name="T16" fmla="*/ 145 w 157"/>
                <a:gd name="T17" fmla="*/ 78 h 156"/>
                <a:gd name="T18" fmla="*/ 78 w 157"/>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7" h="156">
                  <a:moveTo>
                    <a:pt x="78" y="156"/>
                  </a:moveTo>
                  <a:cubicBezTo>
                    <a:pt x="35" y="156"/>
                    <a:pt x="0" y="121"/>
                    <a:pt x="0" y="78"/>
                  </a:cubicBezTo>
                  <a:cubicBezTo>
                    <a:pt x="0" y="35"/>
                    <a:pt x="35" y="0"/>
                    <a:pt x="78" y="0"/>
                  </a:cubicBezTo>
                  <a:cubicBezTo>
                    <a:pt x="122" y="0"/>
                    <a:pt x="157" y="35"/>
                    <a:pt x="157" y="78"/>
                  </a:cubicBezTo>
                  <a:cubicBezTo>
                    <a:pt x="157" y="121"/>
                    <a:pt x="122" y="156"/>
                    <a:pt x="78" y="156"/>
                  </a:cubicBezTo>
                  <a:close/>
                  <a:moveTo>
                    <a:pt x="78" y="12"/>
                  </a:moveTo>
                  <a:cubicBezTo>
                    <a:pt x="42" y="12"/>
                    <a:pt x="12" y="41"/>
                    <a:pt x="12" y="78"/>
                  </a:cubicBezTo>
                  <a:cubicBezTo>
                    <a:pt x="12" y="114"/>
                    <a:pt x="42" y="144"/>
                    <a:pt x="78" y="144"/>
                  </a:cubicBezTo>
                  <a:cubicBezTo>
                    <a:pt x="115" y="144"/>
                    <a:pt x="145" y="114"/>
                    <a:pt x="145" y="78"/>
                  </a:cubicBezTo>
                  <a:cubicBezTo>
                    <a:pt x="145" y="41"/>
                    <a:pt x="115" y="12"/>
                    <a:pt x="7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dirty="0">
                <a:ln>
                  <a:noFill/>
                </a:ln>
                <a:solidFill>
                  <a:sysClr val="windowText" lastClr="000000"/>
                </a:solidFill>
                <a:effectLst/>
                <a:uLnTx/>
                <a:uFillTx/>
                <a:latin typeface="印品黑体" panose="00000500000000000000" pitchFamily="2" charset="-122"/>
              </a:endParaRPr>
            </a:p>
          </p:txBody>
        </p:sp>
        <p:sp>
          <p:nvSpPr>
            <p:cNvPr id="19" name="Freeform 8"/>
            <p:cNvSpPr>
              <a:spLocks noEditPoints="1"/>
            </p:cNvSpPr>
            <p:nvPr/>
          </p:nvSpPr>
          <p:spPr bwMode="auto">
            <a:xfrm>
              <a:off x="6216037" y="1520176"/>
              <a:ext cx="134837" cy="131101"/>
            </a:xfrm>
            <a:custGeom>
              <a:avLst/>
              <a:gdLst>
                <a:gd name="T0" fmla="*/ 42 w 85"/>
                <a:gd name="T1" fmla="*/ 84 h 84"/>
                <a:gd name="T2" fmla="*/ 0 w 85"/>
                <a:gd name="T3" fmla="*/ 42 h 84"/>
                <a:gd name="T4" fmla="*/ 42 w 85"/>
                <a:gd name="T5" fmla="*/ 0 h 84"/>
                <a:gd name="T6" fmla="*/ 85 w 85"/>
                <a:gd name="T7" fmla="*/ 42 h 84"/>
                <a:gd name="T8" fmla="*/ 42 w 85"/>
                <a:gd name="T9" fmla="*/ 84 h 84"/>
                <a:gd name="T10" fmla="*/ 42 w 85"/>
                <a:gd name="T11" fmla="*/ 12 h 84"/>
                <a:gd name="T12" fmla="*/ 12 w 85"/>
                <a:gd name="T13" fmla="*/ 42 h 84"/>
                <a:gd name="T14" fmla="*/ 42 w 85"/>
                <a:gd name="T15" fmla="*/ 72 h 84"/>
                <a:gd name="T16" fmla="*/ 73 w 85"/>
                <a:gd name="T17" fmla="*/ 42 h 84"/>
                <a:gd name="T18" fmla="*/ 42 w 85"/>
                <a:gd name="T19" fmla="*/ 1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84">
                  <a:moveTo>
                    <a:pt x="42" y="84"/>
                  </a:moveTo>
                  <a:cubicBezTo>
                    <a:pt x="19" y="84"/>
                    <a:pt x="0" y="65"/>
                    <a:pt x="0" y="42"/>
                  </a:cubicBezTo>
                  <a:cubicBezTo>
                    <a:pt x="0" y="19"/>
                    <a:pt x="19" y="0"/>
                    <a:pt x="42" y="0"/>
                  </a:cubicBezTo>
                  <a:cubicBezTo>
                    <a:pt x="66" y="0"/>
                    <a:pt x="85" y="19"/>
                    <a:pt x="85" y="42"/>
                  </a:cubicBezTo>
                  <a:cubicBezTo>
                    <a:pt x="85" y="65"/>
                    <a:pt x="66" y="84"/>
                    <a:pt x="42" y="84"/>
                  </a:cubicBezTo>
                  <a:close/>
                  <a:moveTo>
                    <a:pt x="42" y="12"/>
                  </a:moveTo>
                  <a:cubicBezTo>
                    <a:pt x="26" y="12"/>
                    <a:pt x="12" y="25"/>
                    <a:pt x="12" y="42"/>
                  </a:cubicBezTo>
                  <a:cubicBezTo>
                    <a:pt x="12" y="58"/>
                    <a:pt x="26" y="72"/>
                    <a:pt x="42" y="72"/>
                  </a:cubicBezTo>
                  <a:cubicBezTo>
                    <a:pt x="59" y="72"/>
                    <a:pt x="73" y="58"/>
                    <a:pt x="73" y="42"/>
                  </a:cubicBezTo>
                  <a:cubicBezTo>
                    <a:pt x="73" y="25"/>
                    <a:pt x="59" y="12"/>
                    <a:pt x="42"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dirty="0">
                <a:ln>
                  <a:noFill/>
                </a:ln>
                <a:solidFill>
                  <a:sysClr val="windowText" lastClr="000000"/>
                </a:solidFill>
                <a:effectLst/>
                <a:uLnTx/>
                <a:uFillTx/>
                <a:latin typeface="印品黑体" panose="00000500000000000000" pitchFamily="2" charset="-122"/>
              </a:endParaRPr>
            </a:p>
          </p:txBody>
        </p:sp>
      </p:grpSp>
      <p:grpSp>
        <p:nvGrpSpPr>
          <p:cNvPr id="25" name="组合 24"/>
          <p:cNvGrpSpPr/>
          <p:nvPr/>
        </p:nvGrpSpPr>
        <p:grpSpPr>
          <a:xfrm>
            <a:off x="5319506" y="1717357"/>
            <a:ext cx="338524" cy="336304"/>
            <a:chOff x="5691039" y="1286474"/>
            <a:chExt cx="338524" cy="336304"/>
          </a:xfrm>
          <a:solidFill>
            <a:schemeClr val="bg1"/>
          </a:solidFill>
        </p:grpSpPr>
        <p:sp>
          <p:nvSpPr>
            <p:cNvPr id="20" name="Freeform 9"/>
            <p:cNvSpPr>
              <a:spLocks noEditPoints="1"/>
            </p:cNvSpPr>
            <p:nvPr/>
          </p:nvSpPr>
          <p:spPr bwMode="auto">
            <a:xfrm>
              <a:off x="5691039" y="1286474"/>
              <a:ext cx="338524" cy="336304"/>
            </a:xfrm>
            <a:custGeom>
              <a:avLst/>
              <a:gdLst>
                <a:gd name="T0" fmla="*/ 121 w 213"/>
                <a:gd name="T1" fmla="*/ 23 h 213"/>
                <a:gd name="T2" fmla="*/ 148 w 213"/>
                <a:gd name="T3" fmla="*/ 44 h 213"/>
                <a:gd name="T4" fmla="*/ 160 w 213"/>
                <a:gd name="T5" fmla="*/ 35 h 213"/>
                <a:gd name="T6" fmla="*/ 176 w 213"/>
                <a:gd name="T7" fmla="*/ 48 h 213"/>
                <a:gd name="T8" fmla="*/ 170 w 213"/>
                <a:gd name="T9" fmla="*/ 65 h 213"/>
                <a:gd name="T10" fmla="*/ 190 w 213"/>
                <a:gd name="T11" fmla="*/ 92 h 213"/>
                <a:gd name="T12" fmla="*/ 198 w 213"/>
                <a:gd name="T13" fmla="*/ 115 h 213"/>
                <a:gd name="T14" fmla="*/ 181 w 213"/>
                <a:gd name="T15" fmla="*/ 122 h 213"/>
                <a:gd name="T16" fmla="*/ 176 w 213"/>
                <a:gd name="T17" fmla="*/ 155 h 213"/>
                <a:gd name="T18" fmla="*/ 165 w 213"/>
                <a:gd name="T19" fmla="*/ 177 h 213"/>
                <a:gd name="T20" fmla="*/ 155 w 213"/>
                <a:gd name="T21" fmla="*/ 177 h 213"/>
                <a:gd name="T22" fmla="*/ 121 w 213"/>
                <a:gd name="T23" fmla="*/ 182 h 213"/>
                <a:gd name="T24" fmla="*/ 114 w 213"/>
                <a:gd name="T25" fmla="*/ 198 h 213"/>
                <a:gd name="T26" fmla="*/ 91 w 213"/>
                <a:gd name="T27" fmla="*/ 191 h 213"/>
                <a:gd name="T28" fmla="*/ 64 w 213"/>
                <a:gd name="T29" fmla="*/ 170 h 213"/>
                <a:gd name="T30" fmla="*/ 52 w 213"/>
                <a:gd name="T31" fmla="*/ 179 h 213"/>
                <a:gd name="T32" fmla="*/ 36 w 213"/>
                <a:gd name="T33" fmla="*/ 166 h 213"/>
                <a:gd name="T34" fmla="*/ 43 w 213"/>
                <a:gd name="T35" fmla="*/ 149 h 213"/>
                <a:gd name="T36" fmla="*/ 22 w 213"/>
                <a:gd name="T37" fmla="*/ 122 h 213"/>
                <a:gd name="T38" fmla="*/ 15 w 213"/>
                <a:gd name="T39" fmla="*/ 99 h 213"/>
                <a:gd name="T40" fmla="*/ 32 w 213"/>
                <a:gd name="T41" fmla="*/ 92 h 213"/>
                <a:gd name="T42" fmla="*/ 36 w 213"/>
                <a:gd name="T43" fmla="*/ 59 h 213"/>
                <a:gd name="T44" fmla="*/ 47 w 213"/>
                <a:gd name="T45" fmla="*/ 37 h 213"/>
                <a:gd name="T46" fmla="*/ 58 w 213"/>
                <a:gd name="T47" fmla="*/ 37 h 213"/>
                <a:gd name="T48" fmla="*/ 91 w 213"/>
                <a:gd name="T49" fmla="*/ 32 h 213"/>
                <a:gd name="T50" fmla="*/ 99 w 213"/>
                <a:gd name="T51" fmla="*/ 16 h 213"/>
                <a:gd name="T52" fmla="*/ 114 w 213"/>
                <a:gd name="T53" fmla="*/ 0 h 213"/>
                <a:gd name="T54" fmla="*/ 76 w 213"/>
                <a:gd name="T55" fmla="*/ 21 h 213"/>
                <a:gd name="T56" fmla="*/ 52 w 213"/>
                <a:gd name="T57" fmla="*/ 20 h 213"/>
                <a:gd name="T58" fmla="*/ 25 w 213"/>
                <a:gd name="T59" fmla="*/ 37 h 213"/>
                <a:gd name="T60" fmla="*/ 24 w 213"/>
                <a:gd name="T61" fmla="*/ 68 h 213"/>
                <a:gd name="T62" fmla="*/ 0 w 213"/>
                <a:gd name="T63" fmla="*/ 99 h 213"/>
                <a:gd name="T64" fmla="*/ 20 w 213"/>
                <a:gd name="T65" fmla="*/ 137 h 213"/>
                <a:gd name="T66" fmla="*/ 19 w 213"/>
                <a:gd name="T67" fmla="*/ 161 h 213"/>
                <a:gd name="T68" fmla="*/ 36 w 213"/>
                <a:gd name="T69" fmla="*/ 188 h 213"/>
                <a:gd name="T70" fmla="*/ 67 w 213"/>
                <a:gd name="T71" fmla="*/ 189 h 213"/>
                <a:gd name="T72" fmla="*/ 99 w 213"/>
                <a:gd name="T73" fmla="*/ 213 h 213"/>
                <a:gd name="T74" fmla="*/ 137 w 213"/>
                <a:gd name="T75" fmla="*/ 193 h 213"/>
                <a:gd name="T76" fmla="*/ 160 w 213"/>
                <a:gd name="T77" fmla="*/ 194 h 213"/>
                <a:gd name="T78" fmla="*/ 187 w 213"/>
                <a:gd name="T79" fmla="*/ 177 h 213"/>
                <a:gd name="T80" fmla="*/ 188 w 213"/>
                <a:gd name="T81" fmla="*/ 146 h 213"/>
                <a:gd name="T82" fmla="*/ 213 w 213"/>
                <a:gd name="T83" fmla="*/ 115 h 213"/>
                <a:gd name="T84" fmla="*/ 192 w 213"/>
                <a:gd name="T85" fmla="*/ 77 h 213"/>
                <a:gd name="T86" fmla="*/ 194 w 213"/>
                <a:gd name="T87" fmla="*/ 53 h 213"/>
                <a:gd name="T88" fmla="*/ 176 w 213"/>
                <a:gd name="T89" fmla="*/ 26 h 213"/>
                <a:gd name="T90" fmla="*/ 146 w 213"/>
                <a:gd name="T91" fmla="*/ 25 h 213"/>
                <a:gd name="T92" fmla="*/ 114 w 213"/>
                <a:gd name="T93" fmla="*/ 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13" h="213">
                  <a:moveTo>
                    <a:pt x="114" y="16"/>
                  </a:moveTo>
                  <a:cubicBezTo>
                    <a:pt x="118" y="16"/>
                    <a:pt x="121" y="19"/>
                    <a:pt x="121" y="23"/>
                  </a:cubicBezTo>
                  <a:cubicBezTo>
                    <a:pt x="121" y="32"/>
                    <a:pt x="121" y="32"/>
                    <a:pt x="121" y="32"/>
                  </a:cubicBezTo>
                  <a:cubicBezTo>
                    <a:pt x="131" y="34"/>
                    <a:pt x="140" y="38"/>
                    <a:pt x="148" y="44"/>
                  </a:cubicBezTo>
                  <a:cubicBezTo>
                    <a:pt x="155" y="37"/>
                    <a:pt x="155" y="37"/>
                    <a:pt x="155" y="37"/>
                  </a:cubicBezTo>
                  <a:cubicBezTo>
                    <a:pt x="156" y="35"/>
                    <a:pt x="158" y="35"/>
                    <a:pt x="160" y="35"/>
                  </a:cubicBezTo>
                  <a:cubicBezTo>
                    <a:pt x="162" y="35"/>
                    <a:pt x="164" y="35"/>
                    <a:pt x="165" y="37"/>
                  </a:cubicBezTo>
                  <a:cubicBezTo>
                    <a:pt x="176" y="48"/>
                    <a:pt x="176" y="48"/>
                    <a:pt x="176" y="48"/>
                  </a:cubicBezTo>
                  <a:cubicBezTo>
                    <a:pt x="179" y="51"/>
                    <a:pt x="179" y="56"/>
                    <a:pt x="176" y="59"/>
                  </a:cubicBezTo>
                  <a:cubicBezTo>
                    <a:pt x="170" y="65"/>
                    <a:pt x="170" y="65"/>
                    <a:pt x="170" y="65"/>
                  </a:cubicBezTo>
                  <a:cubicBezTo>
                    <a:pt x="175" y="73"/>
                    <a:pt x="179" y="82"/>
                    <a:pt x="181" y="92"/>
                  </a:cubicBezTo>
                  <a:cubicBezTo>
                    <a:pt x="190" y="92"/>
                    <a:pt x="190" y="92"/>
                    <a:pt x="190" y="92"/>
                  </a:cubicBezTo>
                  <a:cubicBezTo>
                    <a:pt x="194" y="92"/>
                    <a:pt x="198" y="95"/>
                    <a:pt x="198" y="99"/>
                  </a:cubicBezTo>
                  <a:cubicBezTo>
                    <a:pt x="198" y="115"/>
                    <a:pt x="198" y="115"/>
                    <a:pt x="198" y="115"/>
                  </a:cubicBezTo>
                  <a:cubicBezTo>
                    <a:pt x="198" y="119"/>
                    <a:pt x="194" y="122"/>
                    <a:pt x="190" y="122"/>
                  </a:cubicBezTo>
                  <a:cubicBezTo>
                    <a:pt x="181" y="122"/>
                    <a:pt x="181" y="122"/>
                    <a:pt x="181" y="122"/>
                  </a:cubicBezTo>
                  <a:cubicBezTo>
                    <a:pt x="179" y="132"/>
                    <a:pt x="175" y="141"/>
                    <a:pt x="170" y="149"/>
                  </a:cubicBezTo>
                  <a:cubicBezTo>
                    <a:pt x="176" y="155"/>
                    <a:pt x="176" y="155"/>
                    <a:pt x="176" y="155"/>
                  </a:cubicBezTo>
                  <a:cubicBezTo>
                    <a:pt x="179" y="158"/>
                    <a:pt x="179" y="163"/>
                    <a:pt x="176" y="166"/>
                  </a:cubicBezTo>
                  <a:cubicBezTo>
                    <a:pt x="165" y="177"/>
                    <a:pt x="165" y="177"/>
                    <a:pt x="165" y="177"/>
                  </a:cubicBezTo>
                  <a:cubicBezTo>
                    <a:pt x="164" y="178"/>
                    <a:pt x="162" y="179"/>
                    <a:pt x="160" y="179"/>
                  </a:cubicBezTo>
                  <a:cubicBezTo>
                    <a:pt x="158" y="179"/>
                    <a:pt x="156" y="178"/>
                    <a:pt x="155" y="177"/>
                  </a:cubicBezTo>
                  <a:cubicBezTo>
                    <a:pt x="148" y="170"/>
                    <a:pt x="148" y="170"/>
                    <a:pt x="148" y="170"/>
                  </a:cubicBezTo>
                  <a:cubicBezTo>
                    <a:pt x="140" y="176"/>
                    <a:pt x="131" y="180"/>
                    <a:pt x="121" y="182"/>
                  </a:cubicBezTo>
                  <a:cubicBezTo>
                    <a:pt x="121" y="191"/>
                    <a:pt x="121" y="191"/>
                    <a:pt x="121" y="191"/>
                  </a:cubicBezTo>
                  <a:cubicBezTo>
                    <a:pt x="121" y="195"/>
                    <a:pt x="118" y="198"/>
                    <a:pt x="114" y="198"/>
                  </a:cubicBezTo>
                  <a:cubicBezTo>
                    <a:pt x="99" y="198"/>
                    <a:pt x="99" y="198"/>
                    <a:pt x="99" y="198"/>
                  </a:cubicBezTo>
                  <a:cubicBezTo>
                    <a:pt x="94" y="198"/>
                    <a:pt x="91" y="195"/>
                    <a:pt x="91" y="191"/>
                  </a:cubicBezTo>
                  <a:cubicBezTo>
                    <a:pt x="91" y="182"/>
                    <a:pt x="91" y="182"/>
                    <a:pt x="91" y="182"/>
                  </a:cubicBezTo>
                  <a:cubicBezTo>
                    <a:pt x="81" y="180"/>
                    <a:pt x="72" y="176"/>
                    <a:pt x="64" y="170"/>
                  </a:cubicBezTo>
                  <a:cubicBezTo>
                    <a:pt x="58" y="177"/>
                    <a:pt x="58" y="177"/>
                    <a:pt x="58" y="177"/>
                  </a:cubicBezTo>
                  <a:cubicBezTo>
                    <a:pt x="56" y="178"/>
                    <a:pt x="54" y="179"/>
                    <a:pt x="52" y="179"/>
                  </a:cubicBezTo>
                  <a:cubicBezTo>
                    <a:pt x="50" y="179"/>
                    <a:pt x="48" y="178"/>
                    <a:pt x="47" y="177"/>
                  </a:cubicBezTo>
                  <a:cubicBezTo>
                    <a:pt x="36" y="166"/>
                    <a:pt x="36" y="166"/>
                    <a:pt x="36" y="166"/>
                  </a:cubicBezTo>
                  <a:cubicBezTo>
                    <a:pt x="33" y="163"/>
                    <a:pt x="33" y="158"/>
                    <a:pt x="36" y="155"/>
                  </a:cubicBezTo>
                  <a:cubicBezTo>
                    <a:pt x="43" y="149"/>
                    <a:pt x="43" y="149"/>
                    <a:pt x="43" y="149"/>
                  </a:cubicBezTo>
                  <a:cubicBezTo>
                    <a:pt x="38" y="141"/>
                    <a:pt x="34" y="132"/>
                    <a:pt x="32" y="122"/>
                  </a:cubicBezTo>
                  <a:cubicBezTo>
                    <a:pt x="22" y="122"/>
                    <a:pt x="22" y="122"/>
                    <a:pt x="22" y="122"/>
                  </a:cubicBezTo>
                  <a:cubicBezTo>
                    <a:pt x="18" y="122"/>
                    <a:pt x="15" y="119"/>
                    <a:pt x="15" y="115"/>
                  </a:cubicBezTo>
                  <a:cubicBezTo>
                    <a:pt x="15" y="99"/>
                    <a:pt x="15" y="99"/>
                    <a:pt x="15" y="99"/>
                  </a:cubicBezTo>
                  <a:cubicBezTo>
                    <a:pt x="15" y="95"/>
                    <a:pt x="18" y="92"/>
                    <a:pt x="22" y="92"/>
                  </a:cubicBezTo>
                  <a:cubicBezTo>
                    <a:pt x="32" y="92"/>
                    <a:pt x="32" y="92"/>
                    <a:pt x="32" y="92"/>
                  </a:cubicBezTo>
                  <a:cubicBezTo>
                    <a:pt x="34" y="82"/>
                    <a:pt x="38" y="73"/>
                    <a:pt x="43" y="65"/>
                  </a:cubicBezTo>
                  <a:cubicBezTo>
                    <a:pt x="36" y="59"/>
                    <a:pt x="36" y="59"/>
                    <a:pt x="36" y="59"/>
                  </a:cubicBezTo>
                  <a:cubicBezTo>
                    <a:pt x="33" y="56"/>
                    <a:pt x="33" y="51"/>
                    <a:pt x="36" y="48"/>
                  </a:cubicBezTo>
                  <a:cubicBezTo>
                    <a:pt x="47" y="37"/>
                    <a:pt x="47" y="37"/>
                    <a:pt x="47" y="37"/>
                  </a:cubicBezTo>
                  <a:cubicBezTo>
                    <a:pt x="48" y="35"/>
                    <a:pt x="50" y="35"/>
                    <a:pt x="52" y="35"/>
                  </a:cubicBezTo>
                  <a:cubicBezTo>
                    <a:pt x="54" y="35"/>
                    <a:pt x="56" y="35"/>
                    <a:pt x="58" y="37"/>
                  </a:cubicBezTo>
                  <a:cubicBezTo>
                    <a:pt x="64" y="44"/>
                    <a:pt x="64" y="44"/>
                    <a:pt x="64" y="44"/>
                  </a:cubicBezTo>
                  <a:cubicBezTo>
                    <a:pt x="72" y="38"/>
                    <a:pt x="81" y="34"/>
                    <a:pt x="91" y="32"/>
                  </a:cubicBezTo>
                  <a:cubicBezTo>
                    <a:pt x="91" y="23"/>
                    <a:pt x="91" y="23"/>
                    <a:pt x="91" y="23"/>
                  </a:cubicBezTo>
                  <a:cubicBezTo>
                    <a:pt x="91" y="19"/>
                    <a:pt x="94" y="16"/>
                    <a:pt x="99" y="16"/>
                  </a:cubicBezTo>
                  <a:cubicBezTo>
                    <a:pt x="114" y="16"/>
                    <a:pt x="114" y="16"/>
                    <a:pt x="114" y="16"/>
                  </a:cubicBezTo>
                  <a:moveTo>
                    <a:pt x="114" y="0"/>
                  </a:moveTo>
                  <a:cubicBezTo>
                    <a:pt x="99" y="0"/>
                    <a:pt x="99" y="0"/>
                    <a:pt x="99" y="0"/>
                  </a:cubicBezTo>
                  <a:cubicBezTo>
                    <a:pt x="87" y="0"/>
                    <a:pt x="77" y="9"/>
                    <a:pt x="76" y="21"/>
                  </a:cubicBezTo>
                  <a:cubicBezTo>
                    <a:pt x="73" y="22"/>
                    <a:pt x="70" y="23"/>
                    <a:pt x="67" y="25"/>
                  </a:cubicBezTo>
                  <a:cubicBezTo>
                    <a:pt x="63" y="21"/>
                    <a:pt x="58" y="20"/>
                    <a:pt x="52" y="20"/>
                  </a:cubicBezTo>
                  <a:cubicBezTo>
                    <a:pt x="46" y="20"/>
                    <a:pt x="41" y="22"/>
                    <a:pt x="36" y="26"/>
                  </a:cubicBezTo>
                  <a:cubicBezTo>
                    <a:pt x="25" y="37"/>
                    <a:pt x="25" y="37"/>
                    <a:pt x="25" y="37"/>
                  </a:cubicBezTo>
                  <a:cubicBezTo>
                    <a:pt x="21" y="41"/>
                    <a:pt x="19" y="47"/>
                    <a:pt x="19" y="53"/>
                  </a:cubicBezTo>
                  <a:cubicBezTo>
                    <a:pt x="19" y="58"/>
                    <a:pt x="21" y="64"/>
                    <a:pt x="24" y="68"/>
                  </a:cubicBezTo>
                  <a:cubicBezTo>
                    <a:pt x="23" y="71"/>
                    <a:pt x="21" y="74"/>
                    <a:pt x="20" y="77"/>
                  </a:cubicBezTo>
                  <a:cubicBezTo>
                    <a:pt x="9" y="78"/>
                    <a:pt x="0" y="88"/>
                    <a:pt x="0" y="99"/>
                  </a:cubicBezTo>
                  <a:cubicBezTo>
                    <a:pt x="0" y="115"/>
                    <a:pt x="0" y="115"/>
                    <a:pt x="0" y="115"/>
                  </a:cubicBezTo>
                  <a:cubicBezTo>
                    <a:pt x="0" y="126"/>
                    <a:pt x="9" y="136"/>
                    <a:pt x="20" y="137"/>
                  </a:cubicBezTo>
                  <a:cubicBezTo>
                    <a:pt x="21" y="140"/>
                    <a:pt x="23" y="143"/>
                    <a:pt x="24" y="146"/>
                  </a:cubicBezTo>
                  <a:cubicBezTo>
                    <a:pt x="21" y="150"/>
                    <a:pt x="19" y="155"/>
                    <a:pt x="19" y="161"/>
                  </a:cubicBezTo>
                  <a:cubicBezTo>
                    <a:pt x="19" y="167"/>
                    <a:pt x="21" y="173"/>
                    <a:pt x="25" y="177"/>
                  </a:cubicBezTo>
                  <a:cubicBezTo>
                    <a:pt x="36" y="188"/>
                    <a:pt x="36" y="188"/>
                    <a:pt x="36" y="188"/>
                  </a:cubicBezTo>
                  <a:cubicBezTo>
                    <a:pt x="41" y="192"/>
                    <a:pt x="46" y="194"/>
                    <a:pt x="52" y="194"/>
                  </a:cubicBezTo>
                  <a:cubicBezTo>
                    <a:pt x="58" y="194"/>
                    <a:pt x="63" y="193"/>
                    <a:pt x="67" y="189"/>
                  </a:cubicBezTo>
                  <a:cubicBezTo>
                    <a:pt x="70" y="191"/>
                    <a:pt x="73" y="192"/>
                    <a:pt x="76" y="193"/>
                  </a:cubicBezTo>
                  <a:cubicBezTo>
                    <a:pt x="77" y="205"/>
                    <a:pt x="87" y="213"/>
                    <a:pt x="99" y="213"/>
                  </a:cubicBezTo>
                  <a:cubicBezTo>
                    <a:pt x="114" y="213"/>
                    <a:pt x="114" y="213"/>
                    <a:pt x="114" y="213"/>
                  </a:cubicBezTo>
                  <a:cubicBezTo>
                    <a:pt x="126" y="213"/>
                    <a:pt x="135" y="205"/>
                    <a:pt x="137" y="193"/>
                  </a:cubicBezTo>
                  <a:cubicBezTo>
                    <a:pt x="140" y="192"/>
                    <a:pt x="143" y="191"/>
                    <a:pt x="146" y="189"/>
                  </a:cubicBezTo>
                  <a:cubicBezTo>
                    <a:pt x="150" y="193"/>
                    <a:pt x="155" y="194"/>
                    <a:pt x="160" y="194"/>
                  </a:cubicBezTo>
                  <a:cubicBezTo>
                    <a:pt x="166" y="194"/>
                    <a:pt x="172" y="192"/>
                    <a:pt x="176" y="188"/>
                  </a:cubicBezTo>
                  <a:cubicBezTo>
                    <a:pt x="187" y="177"/>
                    <a:pt x="187" y="177"/>
                    <a:pt x="187" y="177"/>
                  </a:cubicBezTo>
                  <a:cubicBezTo>
                    <a:pt x="191" y="173"/>
                    <a:pt x="194" y="167"/>
                    <a:pt x="194" y="161"/>
                  </a:cubicBezTo>
                  <a:cubicBezTo>
                    <a:pt x="194" y="155"/>
                    <a:pt x="192" y="150"/>
                    <a:pt x="188" y="146"/>
                  </a:cubicBezTo>
                  <a:cubicBezTo>
                    <a:pt x="190" y="143"/>
                    <a:pt x="191" y="140"/>
                    <a:pt x="192" y="137"/>
                  </a:cubicBezTo>
                  <a:cubicBezTo>
                    <a:pt x="204" y="136"/>
                    <a:pt x="213" y="126"/>
                    <a:pt x="213" y="115"/>
                  </a:cubicBezTo>
                  <a:cubicBezTo>
                    <a:pt x="213" y="99"/>
                    <a:pt x="213" y="99"/>
                    <a:pt x="213" y="99"/>
                  </a:cubicBezTo>
                  <a:cubicBezTo>
                    <a:pt x="213" y="88"/>
                    <a:pt x="204" y="78"/>
                    <a:pt x="192" y="77"/>
                  </a:cubicBezTo>
                  <a:cubicBezTo>
                    <a:pt x="191" y="74"/>
                    <a:pt x="190" y="71"/>
                    <a:pt x="188" y="68"/>
                  </a:cubicBezTo>
                  <a:cubicBezTo>
                    <a:pt x="192" y="64"/>
                    <a:pt x="194" y="58"/>
                    <a:pt x="194" y="53"/>
                  </a:cubicBezTo>
                  <a:cubicBezTo>
                    <a:pt x="194" y="47"/>
                    <a:pt x="191" y="41"/>
                    <a:pt x="187" y="37"/>
                  </a:cubicBezTo>
                  <a:cubicBezTo>
                    <a:pt x="176" y="26"/>
                    <a:pt x="176" y="26"/>
                    <a:pt x="176" y="26"/>
                  </a:cubicBezTo>
                  <a:cubicBezTo>
                    <a:pt x="172" y="22"/>
                    <a:pt x="166" y="20"/>
                    <a:pt x="160" y="20"/>
                  </a:cubicBezTo>
                  <a:cubicBezTo>
                    <a:pt x="155" y="20"/>
                    <a:pt x="150" y="21"/>
                    <a:pt x="146" y="25"/>
                  </a:cubicBezTo>
                  <a:cubicBezTo>
                    <a:pt x="143" y="23"/>
                    <a:pt x="140" y="22"/>
                    <a:pt x="137" y="21"/>
                  </a:cubicBezTo>
                  <a:cubicBezTo>
                    <a:pt x="135" y="9"/>
                    <a:pt x="126" y="0"/>
                    <a:pt x="11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dirty="0">
                <a:ln>
                  <a:noFill/>
                </a:ln>
                <a:solidFill>
                  <a:sysClr val="windowText" lastClr="000000"/>
                </a:solidFill>
                <a:effectLst/>
                <a:uLnTx/>
                <a:uFillTx/>
                <a:latin typeface="印品黑体" panose="00000500000000000000" pitchFamily="2" charset="-122"/>
              </a:endParaRPr>
            </a:p>
          </p:txBody>
        </p:sp>
        <p:sp>
          <p:nvSpPr>
            <p:cNvPr id="21" name="Freeform 10"/>
            <p:cNvSpPr>
              <a:spLocks noEditPoints="1"/>
            </p:cNvSpPr>
            <p:nvPr/>
          </p:nvSpPr>
          <p:spPr bwMode="auto">
            <a:xfrm>
              <a:off x="5782842" y="1377675"/>
              <a:ext cx="157787" cy="153902"/>
            </a:xfrm>
            <a:custGeom>
              <a:avLst/>
              <a:gdLst>
                <a:gd name="T0" fmla="*/ 49 w 99"/>
                <a:gd name="T1" fmla="*/ 99 h 99"/>
                <a:gd name="T2" fmla="*/ 0 w 99"/>
                <a:gd name="T3" fmla="*/ 50 h 99"/>
                <a:gd name="T4" fmla="*/ 49 w 99"/>
                <a:gd name="T5" fmla="*/ 0 h 99"/>
                <a:gd name="T6" fmla="*/ 99 w 99"/>
                <a:gd name="T7" fmla="*/ 50 h 99"/>
                <a:gd name="T8" fmla="*/ 49 w 99"/>
                <a:gd name="T9" fmla="*/ 99 h 99"/>
                <a:gd name="T10" fmla="*/ 49 w 99"/>
                <a:gd name="T11" fmla="*/ 8 h 99"/>
                <a:gd name="T12" fmla="*/ 7 w 99"/>
                <a:gd name="T13" fmla="*/ 50 h 99"/>
                <a:gd name="T14" fmla="*/ 49 w 99"/>
                <a:gd name="T15" fmla="*/ 92 h 99"/>
                <a:gd name="T16" fmla="*/ 91 w 99"/>
                <a:gd name="T17" fmla="*/ 50 h 99"/>
                <a:gd name="T18" fmla="*/ 49 w 99"/>
                <a:gd name="T19" fmla="*/ 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99">
                  <a:moveTo>
                    <a:pt x="49" y="99"/>
                  </a:moveTo>
                  <a:cubicBezTo>
                    <a:pt x="22" y="99"/>
                    <a:pt x="0" y="77"/>
                    <a:pt x="0" y="50"/>
                  </a:cubicBezTo>
                  <a:cubicBezTo>
                    <a:pt x="0" y="23"/>
                    <a:pt x="22" y="0"/>
                    <a:pt x="49" y="0"/>
                  </a:cubicBezTo>
                  <a:cubicBezTo>
                    <a:pt x="76" y="0"/>
                    <a:pt x="99" y="23"/>
                    <a:pt x="99" y="50"/>
                  </a:cubicBezTo>
                  <a:cubicBezTo>
                    <a:pt x="99" y="77"/>
                    <a:pt x="76" y="99"/>
                    <a:pt x="49" y="99"/>
                  </a:cubicBezTo>
                  <a:close/>
                  <a:moveTo>
                    <a:pt x="49" y="8"/>
                  </a:moveTo>
                  <a:cubicBezTo>
                    <a:pt x="26" y="8"/>
                    <a:pt x="7" y="27"/>
                    <a:pt x="7" y="50"/>
                  </a:cubicBezTo>
                  <a:cubicBezTo>
                    <a:pt x="7" y="73"/>
                    <a:pt x="26" y="92"/>
                    <a:pt x="49" y="92"/>
                  </a:cubicBezTo>
                  <a:cubicBezTo>
                    <a:pt x="72" y="92"/>
                    <a:pt x="91" y="73"/>
                    <a:pt x="91" y="50"/>
                  </a:cubicBezTo>
                  <a:cubicBezTo>
                    <a:pt x="91" y="27"/>
                    <a:pt x="72" y="8"/>
                    <a:pt x="49"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dirty="0">
                <a:ln>
                  <a:noFill/>
                </a:ln>
                <a:solidFill>
                  <a:sysClr val="windowText" lastClr="000000"/>
                </a:solidFill>
                <a:effectLst/>
                <a:uLnTx/>
                <a:uFillTx/>
                <a:latin typeface="印品黑体" panose="00000500000000000000" pitchFamily="2" charset="-122"/>
              </a:endParaRPr>
            </a:p>
          </p:txBody>
        </p:sp>
        <p:sp>
          <p:nvSpPr>
            <p:cNvPr id="22" name="Freeform 11"/>
            <p:cNvSpPr>
              <a:spLocks noEditPoints="1"/>
            </p:cNvSpPr>
            <p:nvPr/>
          </p:nvSpPr>
          <p:spPr bwMode="auto">
            <a:xfrm>
              <a:off x="5820136" y="1411875"/>
              <a:ext cx="83197" cy="85501"/>
            </a:xfrm>
            <a:custGeom>
              <a:avLst/>
              <a:gdLst>
                <a:gd name="T0" fmla="*/ 26 w 53"/>
                <a:gd name="T1" fmla="*/ 54 h 54"/>
                <a:gd name="T2" fmla="*/ 0 w 53"/>
                <a:gd name="T3" fmla="*/ 27 h 54"/>
                <a:gd name="T4" fmla="*/ 26 w 53"/>
                <a:gd name="T5" fmla="*/ 0 h 54"/>
                <a:gd name="T6" fmla="*/ 53 w 53"/>
                <a:gd name="T7" fmla="*/ 27 h 54"/>
                <a:gd name="T8" fmla="*/ 26 w 53"/>
                <a:gd name="T9" fmla="*/ 54 h 54"/>
                <a:gd name="T10" fmla="*/ 26 w 53"/>
                <a:gd name="T11" fmla="*/ 8 h 54"/>
                <a:gd name="T12" fmla="*/ 7 w 53"/>
                <a:gd name="T13" fmla="*/ 27 h 54"/>
                <a:gd name="T14" fmla="*/ 26 w 53"/>
                <a:gd name="T15" fmla="*/ 46 h 54"/>
                <a:gd name="T16" fmla="*/ 45 w 53"/>
                <a:gd name="T17" fmla="*/ 27 h 54"/>
                <a:gd name="T18" fmla="*/ 26 w 53"/>
                <a:gd name="T19" fmla="*/ 8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 h="54">
                  <a:moveTo>
                    <a:pt x="26" y="54"/>
                  </a:moveTo>
                  <a:cubicBezTo>
                    <a:pt x="12" y="54"/>
                    <a:pt x="0" y="42"/>
                    <a:pt x="0" y="27"/>
                  </a:cubicBezTo>
                  <a:cubicBezTo>
                    <a:pt x="0" y="12"/>
                    <a:pt x="12" y="0"/>
                    <a:pt x="26" y="0"/>
                  </a:cubicBezTo>
                  <a:cubicBezTo>
                    <a:pt x="41" y="0"/>
                    <a:pt x="53" y="12"/>
                    <a:pt x="53" y="27"/>
                  </a:cubicBezTo>
                  <a:cubicBezTo>
                    <a:pt x="53" y="42"/>
                    <a:pt x="41" y="54"/>
                    <a:pt x="26" y="54"/>
                  </a:cubicBezTo>
                  <a:close/>
                  <a:moveTo>
                    <a:pt x="26" y="8"/>
                  </a:moveTo>
                  <a:cubicBezTo>
                    <a:pt x="16" y="8"/>
                    <a:pt x="7" y="16"/>
                    <a:pt x="7" y="27"/>
                  </a:cubicBezTo>
                  <a:cubicBezTo>
                    <a:pt x="7" y="37"/>
                    <a:pt x="16" y="46"/>
                    <a:pt x="26" y="46"/>
                  </a:cubicBezTo>
                  <a:cubicBezTo>
                    <a:pt x="37" y="46"/>
                    <a:pt x="45" y="37"/>
                    <a:pt x="45" y="27"/>
                  </a:cubicBezTo>
                  <a:cubicBezTo>
                    <a:pt x="45" y="16"/>
                    <a:pt x="37" y="8"/>
                    <a:pt x="26"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dirty="0">
                <a:ln>
                  <a:noFill/>
                </a:ln>
                <a:solidFill>
                  <a:sysClr val="windowText" lastClr="000000"/>
                </a:solidFill>
                <a:effectLst/>
                <a:uLnTx/>
                <a:uFillTx/>
                <a:latin typeface="印品黑体" panose="000005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200" advTm="2229">
        <p14:prism/>
      </p:transition>
    </mc:Choice>
    <mc:Fallback>
      <p:transition spd="slow" advTm="2229">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1000" fill="hold"/>
                                        <p:tgtEl>
                                          <p:spTgt spid="23"/>
                                        </p:tgtEl>
                                        <p:attrNameLst>
                                          <p:attrName>ppt_w</p:attrName>
                                        </p:attrNameLst>
                                      </p:cBhvr>
                                      <p:tavLst>
                                        <p:tav tm="0">
                                          <p:val>
                                            <p:fltVal val="0"/>
                                          </p:val>
                                        </p:tav>
                                        <p:tav tm="100000">
                                          <p:val>
                                            <p:strVal val="#ppt_w"/>
                                          </p:val>
                                        </p:tav>
                                      </p:tavLst>
                                    </p:anim>
                                    <p:anim calcmode="lin" valueType="num">
                                      <p:cBhvr>
                                        <p:cTn id="8" dur="1000" fill="hold"/>
                                        <p:tgtEl>
                                          <p:spTgt spid="23"/>
                                        </p:tgtEl>
                                        <p:attrNameLst>
                                          <p:attrName>ppt_h</p:attrName>
                                        </p:attrNameLst>
                                      </p:cBhvr>
                                      <p:tavLst>
                                        <p:tav tm="0">
                                          <p:val>
                                            <p:fltVal val="0"/>
                                          </p:val>
                                        </p:tav>
                                        <p:tav tm="100000">
                                          <p:val>
                                            <p:strVal val="#ppt_h"/>
                                          </p:val>
                                        </p:tav>
                                      </p:tavLst>
                                    </p:anim>
                                    <p:anim calcmode="lin" valueType="num">
                                      <p:cBhvr>
                                        <p:cTn id="9" dur="1000" fill="hold"/>
                                        <p:tgtEl>
                                          <p:spTgt spid="23"/>
                                        </p:tgtEl>
                                        <p:attrNameLst>
                                          <p:attrName>style.rotation</p:attrName>
                                        </p:attrNameLst>
                                      </p:cBhvr>
                                      <p:tavLst>
                                        <p:tav tm="0">
                                          <p:val>
                                            <p:fltVal val="90"/>
                                          </p:val>
                                        </p:tav>
                                        <p:tav tm="100000">
                                          <p:val>
                                            <p:fltVal val="0"/>
                                          </p:val>
                                        </p:tav>
                                      </p:tavLst>
                                    </p:anim>
                                    <p:animEffect transition="in" filter="fade">
                                      <p:cBhvr>
                                        <p:cTn id="10" dur="1000"/>
                                        <p:tgtEl>
                                          <p:spTgt spid="23"/>
                                        </p:tgtEl>
                                      </p:cBhvr>
                                    </p:animEffect>
                                  </p:childTnLst>
                                </p:cTn>
                              </p:par>
                              <p:par>
                                <p:cTn id="11" presetID="10" presetClass="entr" presetSubtype="0" fill="hold" grpId="0" nodeType="withEffect">
                                  <p:stCondLst>
                                    <p:cond delay="60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par>
                          <p:cTn id="14" fill="hold">
                            <p:stCondLst>
                              <p:cond delay="1000"/>
                            </p:stCondLst>
                            <p:childTnLst>
                              <p:par>
                                <p:cTn id="15" presetID="8" presetClass="emph" presetSubtype="0" fill="hold" nodeType="afterEffect">
                                  <p:stCondLst>
                                    <p:cond delay="0"/>
                                  </p:stCondLst>
                                  <p:childTnLst>
                                    <p:animRot by="21600000">
                                      <p:cBhvr>
                                        <p:cTn id="16" dur="3000" fill="hold"/>
                                        <p:tgtEl>
                                          <p:spTgt spid="24"/>
                                        </p:tgtEl>
                                        <p:attrNameLst>
                                          <p:attrName>r</p:attrName>
                                        </p:attrNameLst>
                                      </p:cBhvr>
                                    </p:animRot>
                                  </p:childTnLst>
                                </p:cTn>
                              </p:par>
                              <p:par>
                                <p:cTn id="17" presetID="8" presetClass="emph" presetSubtype="0" fill="hold" nodeType="withEffect">
                                  <p:stCondLst>
                                    <p:cond delay="0"/>
                                  </p:stCondLst>
                                  <p:childTnLst>
                                    <p:animRot by="21600000">
                                      <p:cBhvr>
                                        <p:cTn id="18" dur="3000" fill="hold"/>
                                        <p:tgtEl>
                                          <p:spTgt spid="25"/>
                                        </p:tgtEl>
                                        <p:attrNameLst>
                                          <p:attrName>r</p:attrName>
                                        </p:attrNameLst>
                                      </p:cBhvr>
                                    </p:animRot>
                                  </p:childTnLst>
                                </p:cTn>
                              </p:par>
                              <p:par>
                                <p:cTn id="19" presetID="42" presetClass="entr" presetSubtype="0" fill="hold" nodeType="withEffect">
                                  <p:stCondLst>
                                    <p:cond delay="0"/>
                                  </p:stCondLst>
                                  <p:iterate type="lt">
                                    <p:tmPct val="10000"/>
                                  </p:iterate>
                                  <p:childTnLst>
                                    <p:set>
                                      <p:cBhvr>
                                        <p:cTn id="20" dur="1" fill="hold">
                                          <p:stCondLst>
                                            <p:cond delay="0"/>
                                          </p:stCondLst>
                                        </p:cTn>
                                        <p:tgtEl>
                                          <p:spTgt spid="8">
                                            <p:txEl>
                                              <p:pRg st="0" end="0"/>
                                            </p:txEl>
                                          </p:spTgt>
                                        </p:tgtEl>
                                        <p:attrNameLst>
                                          <p:attrName>style.visibility</p:attrName>
                                        </p:attrNameLst>
                                      </p:cBhvr>
                                      <p:to>
                                        <p:strVal val="visible"/>
                                      </p:to>
                                    </p:set>
                                    <p:animEffect transition="in" filter="fade">
                                      <p:cBhvr>
                                        <p:cTn id="21" dur="1000"/>
                                        <p:tgtEl>
                                          <p:spTgt spid="8">
                                            <p:txEl>
                                              <p:pRg st="0" end="0"/>
                                            </p:txEl>
                                          </p:spTgt>
                                        </p:tgtEl>
                                      </p:cBhvr>
                                    </p:animEffect>
                                    <p:anim calcmode="lin" valueType="num">
                                      <p:cBhvr>
                                        <p:cTn id="22"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0" end="0"/>
                                            </p:txEl>
                                          </p:spTgt>
                                        </p:tgtEl>
                                        <p:attrNameLst>
                                          <p:attrName>ppt_y</p:attrName>
                                        </p:attrNameLst>
                                      </p:cBhvr>
                                      <p:tavLst>
                                        <p:tav tm="0">
                                          <p:val>
                                            <p:strVal val="#ppt_y+.1"/>
                                          </p:val>
                                        </p:tav>
                                        <p:tav tm="100000">
                                          <p:val>
                                            <p:strVal val="#ppt_y"/>
                                          </p:val>
                                        </p:tav>
                                      </p:tavLst>
                                    </p:anim>
                                  </p:childTnLst>
                                </p:cTn>
                              </p:par>
                              <p:par>
                                <p:cTn id="24" presetID="10" presetClass="entr" presetSubtype="0" fill="hold" grpId="0" nodeType="withEffect">
                                  <p:stCondLst>
                                    <p:cond delay="0"/>
                                  </p:stCondLst>
                                  <p:iterate type="lt">
                                    <p:tmPct val="10000"/>
                                  </p:iterate>
                                  <p:childTnLst>
                                    <p:set>
                                      <p:cBhvr>
                                        <p:cTn id="25" dur="1" fill="hold">
                                          <p:stCondLst>
                                            <p:cond delay="0"/>
                                          </p:stCondLst>
                                        </p:cTn>
                                        <p:tgtEl>
                                          <p:spTgt spid="11"/>
                                        </p:tgtEl>
                                        <p:attrNameLst>
                                          <p:attrName>style.visibility</p:attrName>
                                        </p:attrNameLst>
                                      </p:cBhvr>
                                      <p:to>
                                        <p:strVal val="visible"/>
                                      </p:to>
                                    </p:set>
                                    <p:animEffect transition="in" filter="fade">
                                      <p:cBhvr>
                                        <p:cTn id="26"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animBg="1"/>
    </p:bldLst>
  </p:timing>
</p:sld>
</file>

<file path=ppt/tags/tag1.xml><?xml version="1.0" encoding="utf-8"?>
<p:tagLst xmlns:p="http://schemas.openxmlformats.org/presentationml/2006/main">
  <p:tag name="ISPRING_PRESENTATION_TITLE" val="个人简历.pptx"/>
  <p:tag name="KSO_WPP_MARK_KEY" val="d4edf7e4-c8e5-4136-b692-e2afb70607c4"/>
  <p:tag name="COMMONDATA" val="eyJoZGlkIjoiNjE5YzFkNTk5NmU0YjQ4YjczNDE5OTI0YmFhYzk0NzEifQ=="/>
</p:tagLst>
</file>

<file path=ppt/theme/theme1.xml><?xml version="1.0" encoding="utf-8"?>
<a:theme xmlns:a="http://schemas.openxmlformats.org/drawingml/2006/main" name="Office 主题​​">
  <a:themeElements>
    <a:clrScheme name="03">
      <a:dk1>
        <a:srgbClr val="FFFFFF"/>
      </a:dk1>
      <a:lt1>
        <a:srgbClr val="FFFFFF"/>
      </a:lt1>
      <a:dk2>
        <a:srgbClr val="88B2CE"/>
      </a:dk2>
      <a:lt2>
        <a:srgbClr val="777777"/>
      </a:lt2>
      <a:accent1>
        <a:srgbClr val="2A3D58"/>
      </a:accent1>
      <a:accent2>
        <a:srgbClr val="3F769B"/>
      </a:accent2>
      <a:accent3>
        <a:srgbClr val="659BBF"/>
      </a:accent3>
      <a:accent4>
        <a:srgbClr val="FFFFFF"/>
      </a:accent4>
      <a:accent5>
        <a:srgbClr val="FFFFFF"/>
      </a:accent5>
      <a:accent6>
        <a:srgbClr val="FFFFFF"/>
      </a:accent6>
      <a:hlink>
        <a:srgbClr val="FFFFFF"/>
      </a:hlink>
      <a:folHlink>
        <a:srgbClr val="FFFF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2603</Words>
  <Application>WPS 演示</Application>
  <PresentationFormat>自定义</PresentationFormat>
  <Paragraphs>265</Paragraphs>
  <Slides>21</Slides>
  <Notes>4</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21</vt:i4>
      </vt:variant>
    </vt:vector>
  </HeadingPairs>
  <TitlesOfParts>
    <vt:vector size="34" baseType="lpstr">
      <vt:lpstr>Arial</vt:lpstr>
      <vt:lpstr>宋体</vt:lpstr>
      <vt:lpstr>Wingdings</vt:lpstr>
      <vt:lpstr>印品黑体</vt:lpstr>
      <vt:lpstr>黑体</vt:lpstr>
      <vt:lpstr>微软雅黑</vt:lpstr>
      <vt:lpstr>Bebas Neue</vt:lpstr>
      <vt:lpstr>Segoe UI</vt:lpstr>
      <vt:lpstr>Calibri</vt:lpstr>
      <vt:lpstr>Times New Roman</vt:lpstr>
      <vt:lpstr>Arial Unicode MS</vt:lpstr>
      <vt:lpstr>AMGDT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个人简历.pptx</dc:title>
  <dc:creator/>
  <cp:lastModifiedBy>顾陌仟辞</cp:lastModifiedBy>
  <cp:revision>28</cp:revision>
  <dcterms:created xsi:type="dcterms:W3CDTF">2017-04-05T12:15:00Z</dcterms:created>
  <dcterms:modified xsi:type="dcterms:W3CDTF">2023-02-07T06:32:39Z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2052-11.1.0.13703</vt:lpwstr>
  </property>
  <property fmtid="{D5CDD505-2E9C-101B-9397-08002B2CF9AE}" pid="3" name="ICV">
    <vt:lpwstr>1443D31333944F35BB5B932CDA40DF92</vt:lpwstr>
  </property>
</Properties>
</file>